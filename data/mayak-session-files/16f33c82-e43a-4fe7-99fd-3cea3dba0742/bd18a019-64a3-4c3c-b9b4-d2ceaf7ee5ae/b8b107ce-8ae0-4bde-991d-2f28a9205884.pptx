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embeddedFontLst>
    <p:embeddedFont>
      <p:font typeface="Quattrocento Sans" charset="-122" pitchFamily="34"/>
      <p:regular r:id="rId13"/>
    </p:embeddedFon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os.ru/3081c7e804d49b1029afd468c182e4710b01e565.jp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E6F68">
                  <a:alpha val="90000"/>
                </a:srgbClr>
              </a:gs>
              <a:gs pos="50000">
                <a:srgbClr val="2E6F68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A243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9454" y="-5637"/>
                </a:moveTo>
                <a:cubicBezTo>
                  <a:pt x="103584" y="-7367"/>
                  <a:pt x="108272" y="-6865"/>
                  <a:pt x="112012" y="-4409"/>
                </a:cubicBezTo>
                <a:lnTo>
                  <a:pt x="161013" y="28073"/>
                </a:lnTo>
                <a:lnTo>
                  <a:pt x="210015" y="-4409"/>
                </a:lnTo>
                <a:cubicBezTo>
                  <a:pt x="213754" y="-6865"/>
                  <a:pt x="218442" y="-7311"/>
                  <a:pt x="222572" y="-5637"/>
                </a:cubicBezTo>
                <a:cubicBezTo>
                  <a:pt x="226702" y="-3963"/>
                  <a:pt x="229605" y="-279"/>
                  <a:pt x="230498" y="4074"/>
                </a:cubicBezTo>
                <a:lnTo>
                  <a:pt x="242162" y="61671"/>
                </a:lnTo>
                <a:lnTo>
                  <a:pt x="299758" y="73335"/>
                </a:lnTo>
                <a:cubicBezTo>
                  <a:pt x="304112" y="74228"/>
                  <a:pt x="307795" y="77242"/>
                  <a:pt x="309469" y="81316"/>
                </a:cubicBezTo>
                <a:cubicBezTo>
                  <a:pt x="311144" y="85390"/>
                  <a:pt x="310697" y="90134"/>
                  <a:pt x="308242" y="93873"/>
                </a:cubicBezTo>
                <a:lnTo>
                  <a:pt x="275760" y="142875"/>
                </a:lnTo>
                <a:lnTo>
                  <a:pt x="308242" y="191877"/>
                </a:lnTo>
                <a:cubicBezTo>
                  <a:pt x="310697" y="195616"/>
                  <a:pt x="311144" y="200304"/>
                  <a:pt x="309469" y="204434"/>
                </a:cubicBezTo>
                <a:cubicBezTo>
                  <a:pt x="307795" y="208564"/>
                  <a:pt x="304112" y="211578"/>
                  <a:pt x="299758" y="212415"/>
                </a:cubicBezTo>
                <a:lnTo>
                  <a:pt x="242106" y="224024"/>
                </a:lnTo>
                <a:lnTo>
                  <a:pt x="230498" y="281676"/>
                </a:lnTo>
                <a:cubicBezTo>
                  <a:pt x="229605" y="286029"/>
                  <a:pt x="226591" y="289713"/>
                  <a:pt x="222517" y="291387"/>
                </a:cubicBezTo>
                <a:cubicBezTo>
                  <a:pt x="218442" y="293061"/>
                  <a:pt x="213699" y="292615"/>
                  <a:pt x="209959" y="290159"/>
                </a:cubicBezTo>
                <a:lnTo>
                  <a:pt x="160958" y="257677"/>
                </a:lnTo>
                <a:lnTo>
                  <a:pt x="111956" y="290159"/>
                </a:lnTo>
                <a:cubicBezTo>
                  <a:pt x="108217" y="292615"/>
                  <a:pt x="103529" y="293061"/>
                  <a:pt x="99399" y="291387"/>
                </a:cubicBezTo>
                <a:cubicBezTo>
                  <a:pt x="95269" y="289713"/>
                  <a:pt x="92255" y="286029"/>
                  <a:pt x="91418" y="281676"/>
                </a:cubicBezTo>
                <a:lnTo>
                  <a:pt x="79809" y="224024"/>
                </a:lnTo>
                <a:lnTo>
                  <a:pt x="22157" y="212359"/>
                </a:lnTo>
                <a:cubicBezTo>
                  <a:pt x="17804" y="211466"/>
                  <a:pt x="14120" y="208452"/>
                  <a:pt x="12446" y="204378"/>
                </a:cubicBezTo>
                <a:cubicBezTo>
                  <a:pt x="10771" y="200304"/>
                  <a:pt x="11218" y="195560"/>
                  <a:pt x="13674" y="191821"/>
                </a:cubicBezTo>
                <a:lnTo>
                  <a:pt x="46155" y="142875"/>
                </a:lnTo>
                <a:lnTo>
                  <a:pt x="13674" y="93873"/>
                </a:lnTo>
                <a:cubicBezTo>
                  <a:pt x="11218" y="90134"/>
                  <a:pt x="10771" y="85446"/>
                  <a:pt x="12446" y="81316"/>
                </a:cubicBezTo>
                <a:cubicBezTo>
                  <a:pt x="14120" y="77186"/>
                  <a:pt x="17804" y="74172"/>
                  <a:pt x="22157" y="73335"/>
                </a:cubicBezTo>
                <a:lnTo>
                  <a:pt x="79809" y="61726"/>
                </a:lnTo>
                <a:lnTo>
                  <a:pt x="91473" y="4074"/>
                </a:lnTo>
                <a:cubicBezTo>
                  <a:pt x="92366" y="-279"/>
                  <a:pt x="95380" y="-3963"/>
                  <a:pt x="99454" y="-5637"/>
                </a:cubicBezTo>
                <a:close/>
                <a:moveTo>
                  <a:pt x="115863" y="142875"/>
                </a:moveTo>
                <a:cubicBezTo>
                  <a:pt x="115863" y="126844"/>
                  <a:pt x="124415" y="112031"/>
                  <a:pt x="138299" y="104015"/>
                </a:cubicBezTo>
                <a:cubicBezTo>
                  <a:pt x="152182" y="95999"/>
                  <a:pt x="169287" y="95999"/>
                  <a:pt x="183170" y="104015"/>
                </a:cubicBezTo>
                <a:cubicBezTo>
                  <a:pt x="197054" y="112031"/>
                  <a:pt x="205606" y="126844"/>
                  <a:pt x="205606" y="142875"/>
                </a:cubicBezTo>
                <a:cubicBezTo>
                  <a:pt x="205606" y="167640"/>
                  <a:pt x="185500" y="187747"/>
                  <a:pt x="160734" y="187747"/>
                </a:cubicBezTo>
                <a:cubicBezTo>
                  <a:pt x="135969" y="187747"/>
                  <a:pt x="115863" y="167640"/>
                  <a:pt x="115863" y="142875"/>
                </a:cubicBezTo>
                <a:close/>
                <a:moveTo>
                  <a:pt x="232395" y="142875"/>
                </a:moveTo>
                <a:cubicBezTo>
                  <a:pt x="232395" y="103324"/>
                  <a:pt x="200285" y="71214"/>
                  <a:pt x="160734" y="71214"/>
                </a:cubicBezTo>
                <a:cubicBezTo>
                  <a:pt x="121184" y="71214"/>
                  <a:pt x="89074" y="103324"/>
                  <a:pt x="89074" y="142875"/>
                </a:cubicBezTo>
                <a:cubicBezTo>
                  <a:pt x="89074" y="168477"/>
                  <a:pt x="102732" y="192134"/>
                  <a:pt x="124904" y="204935"/>
                </a:cubicBezTo>
                <a:cubicBezTo>
                  <a:pt x="147076" y="217736"/>
                  <a:pt x="174393" y="217736"/>
                  <a:pt x="196565" y="204935"/>
                </a:cubicBezTo>
                <a:cubicBezTo>
                  <a:pt x="218737" y="192134"/>
                  <a:pt x="232395" y="168477"/>
                  <a:pt x="232395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438150"/>
            <a:ext cx="373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«Московское долголетие»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704850"/>
            <a:ext cx="3724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Департамент труда и социальной защиты Москвы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18122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Лето в Москве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26707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355282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«Московского долголетия» в фестиваль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0862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 уличного досуга на 90 дней для москвичей 55+ и всех горожан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13" name="Shape 10"/>
          <p:cNvSpPr/>
          <p:nvPr/>
        </p:nvSpPr>
        <p:spPr>
          <a:xfrm>
            <a:off x="526256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60198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Период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500" y="6210300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 дней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886446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7" name="Shape 14"/>
          <p:cNvSpPr/>
          <p:nvPr/>
        </p:nvSpPr>
        <p:spPr>
          <a:xfrm>
            <a:off x="1995984" y="6153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457946" y="60198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457946" y="62103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55+ и все горожане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74946" y="61341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Навигация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29259" y="0"/>
                </a:lnTo>
                <a:cubicBezTo>
                  <a:pt x="5513422" y="0"/>
                  <a:pt x="5581650" y="68228"/>
                  <a:pt x="5581650" y="152391"/>
                </a:cubicBezTo>
                <a:lnTo>
                  <a:pt x="5581650" y="1924059"/>
                </a:lnTo>
                <a:cubicBezTo>
                  <a:pt x="5581650" y="2008222"/>
                  <a:pt x="5513422" y="2076450"/>
                  <a:pt x="5429259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204906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8" name="Text 6"/>
          <p:cNvSpPr/>
          <p:nvPr/>
        </p:nvSpPr>
        <p:spPr>
          <a:xfrm>
            <a:off x="880368" y="2182416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04906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 и масштаб проекта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46816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показатели, статистика и реестр активностей по направлениям «Активный отдых» и «Культура и просвещение»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3830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29259" y="0"/>
                </a:lnTo>
                <a:cubicBezTo>
                  <a:pt x="5513422" y="0"/>
                  <a:pt x="5581650" y="68228"/>
                  <a:pt x="5581650" y="152391"/>
                </a:cubicBezTo>
                <a:lnTo>
                  <a:pt x="5581650" y="1924059"/>
                </a:lnTo>
                <a:cubicBezTo>
                  <a:pt x="5581650" y="2008222"/>
                  <a:pt x="5513422" y="2076450"/>
                  <a:pt x="5429259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9350" y="163830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204906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4" name="Text 12"/>
          <p:cNvSpPr/>
          <p:nvPr/>
        </p:nvSpPr>
        <p:spPr>
          <a:xfrm>
            <a:off x="6683772" y="2182416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3300" y="204906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Прогноз охвата аудитории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3300" y="246816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Многоканальное взаимодействие: 1+ млн человек через очные мероприятия, соцсети, печатные материалы и концерты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94335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29259" y="0"/>
                </a:lnTo>
                <a:cubicBezTo>
                  <a:pt x="5513422" y="0"/>
                  <a:pt x="5581650" y="68228"/>
                  <a:pt x="5581650" y="152391"/>
                </a:cubicBezTo>
                <a:lnTo>
                  <a:pt x="5581650" y="1924059"/>
                </a:lnTo>
                <a:cubicBezTo>
                  <a:pt x="5581650" y="2008222"/>
                  <a:pt x="5513422" y="2076450"/>
                  <a:pt x="5429259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94335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" y="43541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20" name="Text 18"/>
          <p:cNvSpPr/>
          <p:nvPr/>
        </p:nvSpPr>
        <p:spPr>
          <a:xfrm>
            <a:off x="853182" y="4487466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" y="435411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локации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477321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Флагманские площадки: Парк Горького, ВДНХ, Сад Эрмитаж — уникальные активности для максимального вовлечения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94335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29259" y="0"/>
                </a:lnTo>
                <a:cubicBezTo>
                  <a:pt x="5513422" y="0"/>
                  <a:pt x="5581650" y="68228"/>
                  <a:pt x="5581650" y="152391"/>
                </a:cubicBezTo>
                <a:lnTo>
                  <a:pt x="5581650" y="1924059"/>
                </a:lnTo>
                <a:cubicBezTo>
                  <a:pt x="5581650" y="2008222"/>
                  <a:pt x="5513422" y="2076450"/>
                  <a:pt x="5429259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94335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3200" y="449341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26" name="Text 24"/>
          <p:cNvSpPr/>
          <p:nvPr/>
        </p:nvSpPr>
        <p:spPr>
          <a:xfrm>
            <a:off x="6682680" y="4626769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53300" y="4493419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Призыв к действию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53300" y="4912519"/>
            <a:ext cx="4238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Цели проекта: новые участники, лояльность, виральность. Контакты для регистрации и участия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85519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0" name="Text 28"/>
          <p:cNvSpPr/>
          <p:nvPr/>
        </p:nvSpPr>
        <p:spPr>
          <a:xfrm>
            <a:off x="5071269" y="624840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Время презентации: 15-20 минут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Масштаб проекта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Цели, статистика и реестр активностей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95400"/>
            <a:ext cx="5143500" cy="1428750"/>
          </a:xfrm>
          <a:custGeom>
            <a:avLst/>
            <a:gdLst/>
            <a:ahLst/>
            <a:cxnLst/>
            <a:rect l="l" t="t" r="r" b="b"/>
            <a:pathLst>
              <a:path w="5143500" h="1428750">
                <a:moveTo>
                  <a:pt x="114300" y="0"/>
                </a:moveTo>
                <a:lnTo>
                  <a:pt x="5029200" y="0"/>
                </a:lnTo>
                <a:cubicBezTo>
                  <a:pt x="5092284" y="0"/>
                  <a:pt x="5143500" y="51216"/>
                  <a:pt x="5143500" y="114300"/>
                </a:cubicBezTo>
                <a:lnTo>
                  <a:pt x="5143500" y="1314450"/>
                </a:lnTo>
                <a:cubicBezTo>
                  <a:pt x="5143500" y="1377534"/>
                  <a:pt x="5092284" y="1428750"/>
                  <a:pt x="502920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21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7" name="Text 5"/>
          <p:cNvSpPr/>
          <p:nvPr/>
        </p:nvSpPr>
        <p:spPr>
          <a:xfrm>
            <a:off x="771525" y="144780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 интеграции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828800"/>
            <a:ext cx="4914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 уличного досуга на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A3A3A"/>
                </a:solidFill>
                <a:highlight>
                  <a:srgbClr val="E8A24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дней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москвичей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A3A3A"/>
                </a:solidFill>
                <a:highlight>
                  <a:srgbClr val="2E6F68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55+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 всех горожан через вовлечение в активности фестиваля «Лето в Москве»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876550"/>
            <a:ext cx="5143500" cy="2571750"/>
          </a:xfrm>
          <a:custGeom>
            <a:avLst/>
            <a:gdLst/>
            <a:ahLst/>
            <a:cxnLst/>
            <a:rect l="l" t="t" r="r" b="b"/>
            <a:pathLst>
              <a:path w="5143500" h="2571750">
                <a:moveTo>
                  <a:pt x="114289" y="0"/>
                </a:moveTo>
                <a:lnTo>
                  <a:pt x="5029211" y="0"/>
                </a:lnTo>
                <a:cubicBezTo>
                  <a:pt x="5092289" y="0"/>
                  <a:pt x="5143500" y="51211"/>
                  <a:pt x="5143500" y="114289"/>
                </a:cubicBezTo>
                <a:lnTo>
                  <a:pt x="5143500" y="2457461"/>
                </a:lnTo>
                <a:cubicBezTo>
                  <a:pt x="5143500" y="2520581"/>
                  <a:pt x="5092331" y="2571750"/>
                  <a:pt x="5029211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2E6F68"/>
              </a:gs>
              <a:gs pos="100000">
                <a:srgbClr val="2E6F68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213" y="3171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1" name="Text 9"/>
          <p:cNvSpPr/>
          <p:nvPr/>
        </p:nvSpPr>
        <p:spPr>
          <a:xfrm>
            <a:off x="771525" y="3133725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показатели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514725"/>
            <a:ext cx="2362200" cy="781050"/>
          </a:xfrm>
          <a:custGeom>
            <a:avLst/>
            <a:gdLst/>
            <a:ahLst/>
            <a:cxnLst/>
            <a:rect l="l" t="t" r="r" b="b"/>
            <a:pathLst>
              <a:path w="2362200" h="781050">
                <a:moveTo>
                  <a:pt x="76199" y="0"/>
                </a:moveTo>
                <a:lnTo>
                  <a:pt x="2286001" y="0"/>
                </a:lnTo>
                <a:cubicBezTo>
                  <a:pt x="2328084" y="0"/>
                  <a:pt x="2362200" y="34116"/>
                  <a:pt x="2362200" y="76199"/>
                </a:cubicBezTo>
                <a:lnTo>
                  <a:pt x="2362200" y="704851"/>
                </a:lnTo>
                <a:cubicBezTo>
                  <a:pt x="2362200" y="746934"/>
                  <a:pt x="2328084" y="781050"/>
                  <a:pt x="22860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6263" y="3629025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4363" y="399097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площадок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09900" y="3514725"/>
            <a:ext cx="2362200" cy="781050"/>
          </a:xfrm>
          <a:custGeom>
            <a:avLst/>
            <a:gdLst/>
            <a:ahLst/>
            <a:cxnLst/>
            <a:rect l="l" t="t" r="r" b="b"/>
            <a:pathLst>
              <a:path w="2362200" h="781050">
                <a:moveTo>
                  <a:pt x="76199" y="0"/>
                </a:moveTo>
                <a:lnTo>
                  <a:pt x="2286001" y="0"/>
                </a:lnTo>
                <a:cubicBezTo>
                  <a:pt x="2328084" y="0"/>
                  <a:pt x="2362200" y="34116"/>
                  <a:pt x="2362200" y="76199"/>
                </a:cubicBezTo>
                <a:lnTo>
                  <a:pt x="2362200" y="704851"/>
                </a:lnTo>
                <a:cubicBezTo>
                  <a:pt x="2362200" y="746934"/>
                  <a:pt x="2328084" y="781050"/>
                  <a:pt x="22860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52763" y="3629025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90863" y="399097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мастер-классов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4410075"/>
            <a:ext cx="2362200" cy="781050"/>
          </a:xfrm>
          <a:custGeom>
            <a:avLst/>
            <a:gdLst/>
            <a:ahLst/>
            <a:cxnLst/>
            <a:rect l="l" t="t" r="r" b="b"/>
            <a:pathLst>
              <a:path w="2362200" h="781050">
                <a:moveTo>
                  <a:pt x="76199" y="0"/>
                </a:moveTo>
                <a:lnTo>
                  <a:pt x="2286001" y="0"/>
                </a:lnTo>
                <a:cubicBezTo>
                  <a:pt x="2328084" y="0"/>
                  <a:pt x="2362200" y="34116"/>
                  <a:pt x="2362200" y="76199"/>
                </a:cubicBezTo>
                <a:lnTo>
                  <a:pt x="2362200" y="704851"/>
                </a:lnTo>
                <a:cubicBezTo>
                  <a:pt x="2362200" y="746934"/>
                  <a:pt x="2328084" y="781050"/>
                  <a:pt x="22860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6263" y="4524375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4363" y="488632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волонтеров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09900" y="4410075"/>
            <a:ext cx="2362200" cy="781050"/>
          </a:xfrm>
          <a:custGeom>
            <a:avLst/>
            <a:gdLst/>
            <a:ahLst/>
            <a:cxnLst/>
            <a:rect l="l" t="t" r="r" b="b"/>
            <a:pathLst>
              <a:path w="2362200" h="781050">
                <a:moveTo>
                  <a:pt x="76199" y="0"/>
                </a:moveTo>
                <a:lnTo>
                  <a:pt x="2286001" y="0"/>
                </a:lnTo>
                <a:cubicBezTo>
                  <a:pt x="2328084" y="0"/>
                  <a:pt x="2362200" y="34116"/>
                  <a:pt x="2362200" y="76199"/>
                </a:cubicBezTo>
                <a:lnTo>
                  <a:pt x="2362200" y="704851"/>
                </a:lnTo>
                <a:cubicBezTo>
                  <a:pt x="2362200" y="746934"/>
                  <a:pt x="2328084" y="781050"/>
                  <a:pt x="22860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052763" y="4524375"/>
            <a:ext cx="2276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90863" y="4886325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инфо-стоек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600700"/>
            <a:ext cx="5143500" cy="876300"/>
          </a:xfrm>
          <a:custGeom>
            <a:avLst/>
            <a:gdLst/>
            <a:ahLst/>
            <a:cxnLst/>
            <a:rect l="l" t="t" r="r" b="b"/>
            <a:pathLst>
              <a:path w="5143500" h="876300">
                <a:moveTo>
                  <a:pt x="114296" y="0"/>
                </a:moveTo>
                <a:lnTo>
                  <a:pt x="5029204" y="0"/>
                </a:lnTo>
                <a:cubicBezTo>
                  <a:pt x="5092328" y="0"/>
                  <a:pt x="5143500" y="51172"/>
                  <a:pt x="5143500" y="114296"/>
                </a:cubicBezTo>
                <a:lnTo>
                  <a:pt x="5143500" y="762004"/>
                </a:lnTo>
                <a:cubicBezTo>
                  <a:pt x="5143500" y="825128"/>
                  <a:pt x="5092328" y="876300"/>
                  <a:pt x="50292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8644" y="58007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26" name="Text 24"/>
          <p:cNvSpPr/>
          <p:nvPr/>
        </p:nvSpPr>
        <p:spPr>
          <a:xfrm>
            <a:off x="752475" y="57531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География проекта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60960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Парки, бульвары и общественные пространства по всей Москве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76900" y="1314450"/>
            <a:ext cx="6134100" cy="2495550"/>
          </a:xfrm>
          <a:custGeom>
            <a:avLst/>
            <a:gdLst/>
            <a:ahLst/>
            <a:cxnLst/>
            <a:rect l="l" t="t" r="r" b="b"/>
            <a:pathLst>
              <a:path w="6134100" h="2495550">
                <a:moveTo>
                  <a:pt x="38100" y="0"/>
                </a:moveTo>
                <a:lnTo>
                  <a:pt x="6096000" y="0"/>
                </a:lnTo>
                <a:cubicBezTo>
                  <a:pt x="6117028" y="0"/>
                  <a:pt x="6134100" y="17072"/>
                  <a:pt x="6134100" y="38100"/>
                </a:cubicBezTo>
                <a:lnTo>
                  <a:pt x="6134100" y="2381254"/>
                </a:lnTo>
                <a:cubicBezTo>
                  <a:pt x="6134100" y="2444378"/>
                  <a:pt x="6082928" y="2495550"/>
                  <a:pt x="6019804" y="2495550"/>
                </a:cubicBezTo>
                <a:lnTo>
                  <a:pt x="114296" y="2495550"/>
                </a:lnTo>
                <a:cubicBezTo>
                  <a:pt x="51172" y="2495550"/>
                  <a:pt x="0" y="2444378"/>
                  <a:pt x="0" y="23812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76900" y="1314450"/>
            <a:ext cx="6134100" cy="38100"/>
          </a:xfrm>
          <a:custGeom>
            <a:avLst/>
            <a:gdLst/>
            <a:ahLst/>
            <a:cxnLst/>
            <a:rect l="l" t="t" r="r" b="b"/>
            <a:pathLst>
              <a:path w="6134100" h="38100">
                <a:moveTo>
                  <a:pt x="38100" y="0"/>
                </a:moveTo>
                <a:lnTo>
                  <a:pt x="6096000" y="0"/>
                </a:lnTo>
                <a:cubicBezTo>
                  <a:pt x="6117028" y="0"/>
                  <a:pt x="6134100" y="17072"/>
                  <a:pt x="6134100" y="38100"/>
                </a:cubicBezTo>
                <a:lnTo>
                  <a:pt x="61341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2930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7172" y="1590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892" y="-10716"/>
                </a:moveTo>
                <a:cubicBezTo>
                  <a:pt x="96242" y="-10716"/>
                  <a:pt x="104645" y="-2313"/>
                  <a:pt x="104645" y="8037"/>
                </a:cubicBezTo>
                <a:cubicBezTo>
                  <a:pt x="104645" y="18386"/>
                  <a:pt x="96242" y="26789"/>
                  <a:pt x="85892" y="26789"/>
                </a:cubicBezTo>
                <a:cubicBezTo>
                  <a:pt x="75543" y="26789"/>
                  <a:pt x="67140" y="18386"/>
                  <a:pt x="67140" y="8037"/>
                </a:cubicBezTo>
                <a:cubicBezTo>
                  <a:pt x="67140" y="-2313"/>
                  <a:pt x="75543" y="-10716"/>
                  <a:pt x="85892" y="-10716"/>
                </a:cubicBezTo>
                <a:close/>
                <a:moveTo>
                  <a:pt x="41389" y="58936"/>
                </a:moveTo>
                <a:cubicBezTo>
                  <a:pt x="40284" y="58936"/>
                  <a:pt x="39313" y="59606"/>
                  <a:pt x="38911" y="60610"/>
                </a:cubicBezTo>
                <a:lnTo>
                  <a:pt x="31544" y="78994"/>
                </a:lnTo>
                <a:cubicBezTo>
                  <a:pt x="29334" y="84486"/>
                  <a:pt x="23106" y="87165"/>
                  <a:pt x="17614" y="84955"/>
                </a:cubicBezTo>
                <a:cubicBezTo>
                  <a:pt x="12122" y="82745"/>
                  <a:pt x="9443" y="76516"/>
                  <a:pt x="11653" y="71025"/>
                </a:cubicBezTo>
                <a:lnTo>
                  <a:pt x="18987" y="52641"/>
                </a:lnTo>
                <a:cubicBezTo>
                  <a:pt x="22670" y="43499"/>
                  <a:pt x="31511" y="37505"/>
                  <a:pt x="41389" y="37505"/>
                </a:cubicBezTo>
                <a:lnTo>
                  <a:pt x="73971" y="37505"/>
                </a:lnTo>
                <a:cubicBezTo>
                  <a:pt x="83515" y="37505"/>
                  <a:pt x="92322" y="42561"/>
                  <a:pt x="97110" y="50799"/>
                </a:cubicBezTo>
                <a:lnTo>
                  <a:pt x="108094" y="69652"/>
                </a:lnTo>
                <a:lnTo>
                  <a:pt x="128721" y="69652"/>
                </a:lnTo>
                <a:cubicBezTo>
                  <a:pt x="134649" y="69652"/>
                  <a:pt x="139437" y="74440"/>
                  <a:pt x="139437" y="80367"/>
                </a:cubicBezTo>
                <a:cubicBezTo>
                  <a:pt x="139437" y="86294"/>
                  <a:pt x="134649" y="91083"/>
                  <a:pt x="128721" y="91083"/>
                </a:cubicBezTo>
                <a:lnTo>
                  <a:pt x="108094" y="91083"/>
                </a:lnTo>
                <a:cubicBezTo>
                  <a:pt x="100459" y="91083"/>
                  <a:pt x="93427" y="87031"/>
                  <a:pt x="89576" y="80434"/>
                </a:cubicBezTo>
                <a:lnTo>
                  <a:pt x="86227" y="74708"/>
                </a:lnTo>
                <a:lnTo>
                  <a:pt x="79296" y="98282"/>
                </a:lnTo>
                <a:lnTo>
                  <a:pt x="104544" y="105850"/>
                </a:lnTo>
                <a:cubicBezTo>
                  <a:pt x="113820" y="108630"/>
                  <a:pt x="118542" y="118910"/>
                  <a:pt x="114624" y="127784"/>
                </a:cubicBezTo>
                <a:lnTo>
                  <a:pt x="95670" y="170445"/>
                </a:lnTo>
                <a:cubicBezTo>
                  <a:pt x="93259" y="175870"/>
                  <a:pt x="86931" y="178281"/>
                  <a:pt x="81539" y="175870"/>
                </a:cubicBezTo>
                <a:cubicBezTo>
                  <a:pt x="76148" y="173459"/>
                  <a:pt x="73703" y="167130"/>
                  <a:pt x="76114" y="161739"/>
                </a:cubicBezTo>
                <a:lnTo>
                  <a:pt x="92590" y="124636"/>
                </a:lnTo>
                <a:lnTo>
                  <a:pt x="60476" y="114992"/>
                </a:lnTo>
                <a:cubicBezTo>
                  <a:pt x="49526" y="111710"/>
                  <a:pt x="43063" y="100359"/>
                  <a:pt x="45843" y="89275"/>
                </a:cubicBezTo>
                <a:lnTo>
                  <a:pt x="53444" y="58936"/>
                </a:lnTo>
                <a:lnTo>
                  <a:pt x="41423" y="58936"/>
                </a:lnTo>
                <a:close/>
                <a:moveTo>
                  <a:pt x="38710" y="119546"/>
                </a:moveTo>
                <a:cubicBezTo>
                  <a:pt x="43164" y="124536"/>
                  <a:pt x="48990" y="128353"/>
                  <a:pt x="55855" y="130396"/>
                </a:cubicBezTo>
                <a:lnTo>
                  <a:pt x="57429" y="130865"/>
                </a:lnTo>
                <a:lnTo>
                  <a:pt x="55118" y="137327"/>
                </a:lnTo>
                <a:cubicBezTo>
                  <a:pt x="53176" y="142786"/>
                  <a:pt x="49761" y="147641"/>
                  <a:pt x="45307" y="151325"/>
                </a:cubicBezTo>
                <a:lnTo>
                  <a:pt x="17714" y="174062"/>
                </a:lnTo>
                <a:cubicBezTo>
                  <a:pt x="13160" y="177812"/>
                  <a:pt x="6396" y="177176"/>
                  <a:pt x="2645" y="172622"/>
                </a:cubicBezTo>
                <a:cubicBezTo>
                  <a:pt x="-1105" y="168068"/>
                  <a:pt x="-469" y="161304"/>
                  <a:pt x="4085" y="157553"/>
                </a:cubicBezTo>
                <a:lnTo>
                  <a:pt x="31678" y="134816"/>
                </a:lnTo>
                <a:cubicBezTo>
                  <a:pt x="33185" y="133577"/>
                  <a:pt x="34290" y="131970"/>
                  <a:pt x="34960" y="130161"/>
                </a:cubicBezTo>
                <a:lnTo>
                  <a:pt x="38710" y="11954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24600" y="15430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Активный отдых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29300" y="2003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E6F68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25741" y="20891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-8334"/>
                </a:moveTo>
                <a:cubicBezTo>
                  <a:pt x="58056" y="-8334"/>
                  <a:pt x="64591" y="-1799"/>
                  <a:pt x="64591" y="6251"/>
                </a:cubicBezTo>
                <a:cubicBezTo>
                  <a:pt x="64591" y="14301"/>
                  <a:pt x="58056" y="20836"/>
                  <a:pt x="50006" y="20836"/>
                </a:cubicBezTo>
                <a:cubicBezTo>
                  <a:pt x="41956" y="20836"/>
                  <a:pt x="35421" y="14301"/>
                  <a:pt x="35421" y="6251"/>
                </a:cubicBezTo>
                <a:cubicBezTo>
                  <a:pt x="35421" y="-1799"/>
                  <a:pt x="41956" y="-8334"/>
                  <a:pt x="50006" y="-8334"/>
                </a:cubicBezTo>
                <a:close/>
                <a:moveTo>
                  <a:pt x="33337" y="45214"/>
                </a:moveTo>
                <a:cubicBezTo>
                  <a:pt x="33337" y="36359"/>
                  <a:pt x="40526" y="29170"/>
                  <a:pt x="49381" y="29170"/>
                </a:cubicBezTo>
                <a:cubicBezTo>
                  <a:pt x="54668" y="29170"/>
                  <a:pt x="59721" y="31280"/>
                  <a:pt x="63445" y="35004"/>
                </a:cubicBezTo>
                <a:lnTo>
                  <a:pt x="75999" y="47558"/>
                </a:lnTo>
                <a:cubicBezTo>
                  <a:pt x="77562" y="49121"/>
                  <a:pt x="79671" y="50006"/>
                  <a:pt x="81885" y="50006"/>
                </a:cubicBezTo>
                <a:lnTo>
                  <a:pt x="91652" y="50006"/>
                </a:lnTo>
                <a:cubicBezTo>
                  <a:pt x="93163" y="50006"/>
                  <a:pt x="94595" y="50423"/>
                  <a:pt x="95819" y="51126"/>
                </a:cubicBezTo>
                <a:lnTo>
                  <a:pt x="95819" y="31254"/>
                </a:lnTo>
                <a:cubicBezTo>
                  <a:pt x="95819" y="27790"/>
                  <a:pt x="98606" y="25003"/>
                  <a:pt x="102070" y="25003"/>
                </a:cubicBezTo>
                <a:cubicBezTo>
                  <a:pt x="105534" y="25003"/>
                  <a:pt x="108321" y="27790"/>
                  <a:pt x="108321" y="31254"/>
                </a:cubicBezTo>
                <a:lnTo>
                  <a:pt x="108321" y="135434"/>
                </a:lnTo>
                <a:cubicBezTo>
                  <a:pt x="108321" y="138898"/>
                  <a:pt x="105534" y="141684"/>
                  <a:pt x="102070" y="141684"/>
                </a:cubicBezTo>
                <a:cubicBezTo>
                  <a:pt x="98606" y="141684"/>
                  <a:pt x="95819" y="138898"/>
                  <a:pt x="95819" y="135434"/>
                </a:cubicBezTo>
                <a:lnTo>
                  <a:pt x="95819" y="65555"/>
                </a:lnTo>
                <a:cubicBezTo>
                  <a:pt x="94595" y="66258"/>
                  <a:pt x="93163" y="66675"/>
                  <a:pt x="91652" y="66675"/>
                </a:cubicBezTo>
                <a:lnTo>
                  <a:pt x="81885" y="66675"/>
                </a:lnTo>
                <a:cubicBezTo>
                  <a:pt x="75244" y="66675"/>
                  <a:pt x="68889" y="64044"/>
                  <a:pt x="64201" y="59356"/>
                </a:cubicBezTo>
                <a:lnTo>
                  <a:pt x="62482" y="57637"/>
                </a:lnTo>
                <a:lnTo>
                  <a:pt x="62482" y="86078"/>
                </a:lnTo>
                <a:lnTo>
                  <a:pt x="71467" y="93788"/>
                </a:lnTo>
                <a:cubicBezTo>
                  <a:pt x="76077" y="97747"/>
                  <a:pt x="79098" y="103216"/>
                  <a:pt x="79958" y="109232"/>
                </a:cubicBezTo>
                <a:lnTo>
                  <a:pt x="83240" y="132178"/>
                </a:lnTo>
                <a:cubicBezTo>
                  <a:pt x="83891" y="136736"/>
                  <a:pt x="80713" y="140955"/>
                  <a:pt x="76155" y="141606"/>
                </a:cubicBezTo>
                <a:cubicBezTo>
                  <a:pt x="71597" y="142257"/>
                  <a:pt x="67378" y="139080"/>
                  <a:pt x="66727" y="134522"/>
                </a:cubicBezTo>
                <a:lnTo>
                  <a:pt x="63445" y="111576"/>
                </a:lnTo>
                <a:cubicBezTo>
                  <a:pt x="63159" y="109571"/>
                  <a:pt x="62143" y="107748"/>
                  <a:pt x="60607" y="106420"/>
                </a:cubicBezTo>
                <a:lnTo>
                  <a:pt x="42010" y="90480"/>
                </a:lnTo>
                <a:cubicBezTo>
                  <a:pt x="36463" y="85740"/>
                  <a:pt x="33285" y="78786"/>
                  <a:pt x="33285" y="71493"/>
                </a:cubicBezTo>
                <a:lnTo>
                  <a:pt x="33285" y="45188"/>
                </a:lnTo>
                <a:close/>
                <a:moveTo>
                  <a:pt x="32087" y="98267"/>
                </a:moveTo>
                <a:cubicBezTo>
                  <a:pt x="32686" y="98867"/>
                  <a:pt x="33311" y="99413"/>
                  <a:pt x="33937" y="99960"/>
                </a:cubicBezTo>
                <a:lnTo>
                  <a:pt x="45631" y="109988"/>
                </a:lnTo>
                <a:cubicBezTo>
                  <a:pt x="44693" y="112175"/>
                  <a:pt x="43417" y="114233"/>
                  <a:pt x="41880" y="116082"/>
                </a:cubicBezTo>
                <a:lnTo>
                  <a:pt x="23076" y="138689"/>
                </a:lnTo>
                <a:cubicBezTo>
                  <a:pt x="20133" y="142231"/>
                  <a:pt x="14872" y="142700"/>
                  <a:pt x="11330" y="139757"/>
                </a:cubicBezTo>
                <a:cubicBezTo>
                  <a:pt x="7787" y="136814"/>
                  <a:pt x="7319" y="131553"/>
                  <a:pt x="10262" y="128011"/>
                </a:cubicBezTo>
                <a:lnTo>
                  <a:pt x="29092" y="105430"/>
                </a:lnTo>
                <a:cubicBezTo>
                  <a:pt x="29769" y="104622"/>
                  <a:pt x="30264" y="103711"/>
                  <a:pt x="30603" y="102721"/>
                </a:cubicBezTo>
                <a:lnTo>
                  <a:pt x="32087" y="98267"/>
                </a:lnTo>
                <a:close/>
                <a:moveTo>
                  <a:pt x="0" y="41672"/>
                </a:moveTo>
                <a:cubicBezTo>
                  <a:pt x="0" y="32478"/>
                  <a:pt x="7475" y="25003"/>
                  <a:pt x="16669" y="25003"/>
                </a:cubicBezTo>
                <a:cubicBezTo>
                  <a:pt x="21279" y="25003"/>
                  <a:pt x="25003" y="28728"/>
                  <a:pt x="25003" y="33337"/>
                </a:cubicBezTo>
                <a:lnTo>
                  <a:pt x="25003" y="66675"/>
                </a:lnTo>
                <a:cubicBezTo>
                  <a:pt x="25003" y="71285"/>
                  <a:pt x="21279" y="75009"/>
                  <a:pt x="16669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lnTo>
                  <a:pt x="0" y="41672"/>
                </a:ln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35" name="Text 33"/>
          <p:cNvSpPr/>
          <p:nvPr/>
        </p:nvSpPr>
        <p:spPr>
          <a:xfrm>
            <a:off x="6248400" y="1984375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Скандинавская ходьба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48400" y="2232025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highlight>
                  <a:srgbClr val="E8A24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зон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парках (Битцевский лес, Фили, Измайлово и др.)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29300" y="2600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E6F68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09072" y="26860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6412" y="-2631"/>
                </a:moveTo>
                <a:cubicBezTo>
                  <a:pt x="48339" y="-3438"/>
                  <a:pt x="50527" y="-3204"/>
                  <a:pt x="52272" y="-2058"/>
                </a:cubicBezTo>
                <a:lnTo>
                  <a:pt x="75140" y="13101"/>
                </a:lnTo>
                <a:lnTo>
                  <a:pt x="98007" y="-2058"/>
                </a:lnTo>
                <a:cubicBezTo>
                  <a:pt x="99752" y="-3204"/>
                  <a:pt x="101940" y="-3412"/>
                  <a:pt x="103867" y="-2631"/>
                </a:cubicBezTo>
                <a:cubicBezTo>
                  <a:pt x="105794" y="-1849"/>
                  <a:pt x="107149" y="-130"/>
                  <a:pt x="107566" y="1901"/>
                </a:cubicBezTo>
                <a:lnTo>
                  <a:pt x="113009" y="28780"/>
                </a:lnTo>
                <a:lnTo>
                  <a:pt x="139887" y="34223"/>
                </a:lnTo>
                <a:cubicBezTo>
                  <a:pt x="141919" y="34640"/>
                  <a:pt x="143638" y="36046"/>
                  <a:pt x="144419" y="37947"/>
                </a:cubicBezTo>
                <a:cubicBezTo>
                  <a:pt x="145200" y="39849"/>
                  <a:pt x="144992" y="42063"/>
                  <a:pt x="143846" y="43808"/>
                </a:cubicBezTo>
                <a:lnTo>
                  <a:pt x="128688" y="66675"/>
                </a:lnTo>
                <a:lnTo>
                  <a:pt x="143846" y="89542"/>
                </a:lnTo>
                <a:cubicBezTo>
                  <a:pt x="144992" y="91287"/>
                  <a:pt x="145200" y="93475"/>
                  <a:pt x="144419" y="95403"/>
                </a:cubicBezTo>
                <a:cubicBezTo>
                  <a:pt x="143638" y="97330"/>
                  <a:pt x="141919" y="98736"/>
                  <a:pt x="139887" y="99127"/>
                </a:cubicBezTo>
                <a:lnTo>
                  <a:pt x="112983" y="104544"/>
                </a:lnTo>
                <a:lnTo>
                  <a:pt x="107566" y="131449"/>
                </a:lnTo>
                <a:cubicBezTo>
                  <a:pt x="107149" y="133480"/>
                  <a:pt x="105742" y="135199"/>
                  <a:pt x="103841" y="135981"/>
                </a:cubicBezTo>
                <a:cubicBezTo>
                  <a:pt x="101940" y="136762"/>
                  <a:pt x="99726" y="136554"/>
                  <a:pt x="97981" y="135408"/>
                </a:cubicBezTo>
                <a:lnTo>
                  <a:pt x="75114" y="120249"/>
                </a:lnTo>
                <a:lnTo>
                  <a:pt x="52246" y="135408"/>
                </a:lnTo>
                <a:cubicBezTo>
                  <a:pt x="50501" y="136554"/>
                  <a:pt x="48313" y="136762"/>
                  <a:pt x="46386" y="135981"/>
                </a:cubicBezTo>
                <a:cubicBezTo>
                  <a:pt x="44459" y="135199"/>
                  <a:pt x="43052" y="133480"/>
                  <a:pt x="42662" y="131449"/>
                </a:cubicBezTo>
                <a:lnTo>
                  <a:pt x="37244" y="104544"/>
                </a:lnTo>
                <a:lnTo>
                  <a:pt x="10340" y="99101"/>
                </a:lnTo>
                <a:cubicBezTo>
                  <a:pt x="8308" y="98684"/>
                  <a:pt x="6589" y="97278"/>
                  <a:pt x="5808" y="95377"/>
                </a:cubicBezTo>
                <a:cubicBezTo>
                  <a:pt x="5027" y="93475"/>
                  <a:pt x="5235" y="91261"/>
                  <a:pt x="6381" y="89516"/>
                </a:cubicBezTo>
                <a:lnTo>
                  <a:pt x="21539" y="66675"/>
                </a:lnTo>
                <a:lnTo>
                  <a:pt x="6381" y="43808"/>
                </a:lnTo>
                <a:cubicBezTo>
                  <a:pt x="5235" y="42063"/>
                  <a:pt x="5027" y="39875"/>
                  <a:pt x="5808" y="37947"/>
                </a:cubicBezTo>
                <a:cubicBezTo>
                  <a:pt x="6589" y="36020"/>
                  <a:pt x="8308" y="34614"/>
                  <a:pt x="10340" y="34223"/>
                </a:cubicBezTo>
                <a:lnTo>
                  <a:pt x="37244" y="28806"/>
                </a:lnTo>
                <a:lnTo>
                  <a:pt x="42688" y="1901"/>
                </a:lnTo>
                <a:cubicBezTo>
                  <a:pt x="43104" y="-130"/>
                  <a:pt x="44511" y="-1849"/>
                  <a:pt x="46412" y="-2631"/>
                </a:cubicBezTo>
                <a:close/>
                <a:moveTo>
                  <a:pt x="54069" y="66675"/>
                </a:moveTo>
                <a:cubicBezTo>
                  <a:pt x="54069" y="59194"/>
                  <a:pt x="58060" y="52281"/>
                  <a:pt x="64539" y="48540"/>
                </a:cubicBezTo>
                <a:cubicBezTo>
                  <a:pt x="71018" y="44800"/>
                  <a:pt x="79001" y="44800"/>
                  <a:pt x="85479" y="48540"/>
                </a:cubicBezTo>
                <a:cubicBezTo>
                  <a:pt x="91958" y="52281"/>
                  <a:pt x="95949" y="59194"/>
                  <a:pt x="95949" y="66675"/>
                </a:cubicBezTo>
                <a:cubicBezTo>
                  <a:pt x="95949" y="78232"/>
                  <a:pt x="86567" y="87615"/>
                  <a:pt x="75009" y="87615"/>
                </a:cubicBezTo>
                <a:cubicBezTo>
                  <a:pt x="63452" y="87615"/>
                  <a:pt x="54069" y="78232"/>
                  <a:pt x="54069" y="66675"/>
                </a:cubicBezTo>
                <a:close/>
                <a:moveTo>
                  <a:pt x="108451" y="66675"/>
                </a:moveTo>
                <a:cubicBezTo>
                  <a:pt x="108451" y="48218"/>
                  <a:pt x="93466" y="33233"/>
                  <a:pt x="75009" y="33233"/>
                </a:cubicBezTo>
                <a:cubicBezTo>
                  <a:pt x="56552" y="33233"/>
                  <a:pt x="41568" y="48218"/>
                  <a:pt x="41568" y="66675"/>
                </a:cubicBezTo>
                <a:cubicBezTo>
                  <a:pt x="41568" y="78623"/>
                  <a:pt x="47942" y="89663"/>
                  <a:pt x="58289" y="95636"/>
                </a:cubicBezTo>
                <a:cubicBezTo>
                  <a:pt x="68635" y="101610"/>
                  <a:pt x="81383" y="101610"/>
                  <a:pt x="91730" y="95636"/>
                </a:cubicBezTo>
                <a:cubicBezTo>
                  <a:pt x="102077" y="89663"/>
                  <a:pt x="108451" y="78623"/>
                  <a:pt x="108451" y="66675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39" name="Text 37"/>
          <p:cNvSpPr/>
          <p:nvPr/>
        </p:nvSpPr>
        <p:spPr>
          <a:xfrm>
            <a:off x="6248400" y="2581275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Утренние зарядки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48400" y="2828925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Ежедневно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highlight>
                  <a:srgbClr val="E8A24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09:00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 20+ площадках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29300" y="319722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E6F68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17406" y="32829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1890" y="1823"/>
                </a:moveTo>
                <a:cubicBezTo>
                  <a:pt x="123870" y="3412"/>
                  <a:pt x="125016" y="5808"/>
                  <a:pt x="125016" y="8334"/>
                </a:cubicBezTo>
                <a:lnTo>
                  <a:pt x="125016" y="87511"/>
                </a:lnTo>
                <a:cubicBezTo>
                  <a:pt x="125016" y="99023"/>
                  <a:pt x="113816" y="108347"/>
                  <a:pt x="100013" y="108347"/>
                </a:cubicBezTo>
                <a:cubicBezTo>
                  <a:pt x="86209" y="108347"/>
                  <a:pt x="75009" y="99023"/>
                  <a:pt x="75009" y="87511"/>
                </a:cubicBezTo>
                <a:cubicBezTo>
                  <a:pt x="75009" y="75999"/>
                  <a:pt x="86209" y="66675"/>
                  <a:pt x="100013" y="66675"/>
                </a:cubicBezTo>
                <a:cubicBezTo>
                  <a:pt x="102930" y="66675"/>
                  <a:pt x="105742" y="67092"/>
                  <a:pt x="108347" y="67873"/>
                </a:cubicBezTo>
                <a:lnTo>
                  <a:pt x="108347" y="37479"/>
                </a:lnTo>
                <a:lnTo>
                  <a:pt x="50006" y="50449"/>
                </a:lnTo>
                <a:lnTo>
                  <a:pt x="50006" y="104180"/>
                </a:lnTo>
                <a:cubicBezTo>
                  <a:pt x="50006" y="115692"/>
                  <a:pt x="38807" y="125016"/>
                  <a:pt x="25003" y="125016"/>
                </a:cubicBezTo>
                <a:cubicBezTo>
                  <a:pt x="11199" y="125016"/>
                  <a:pt x="0" y="115692"/>
                  <a:pt x="0" y="104180"/>
                </a:cubicBezTo>
                <a:cubicBezTo>
                  <a:pt x="0" y="92668"/>
                  <a:pt x="11199" y="83344"/>
                  <a:pt x="25003" y="83344"/>
                </a:cubicBezTo>
                <a:cubicBezTo>
                  <a:pt x="27920" y="83344"/>
                  <a:pt x="30733" y="83760"/>
                  <a:pt x="33337" y="84542"/>
                </a:cubicBezTo>
                <a:lnTo>
                  <a:pt x="33337" y="25003"/>
                </a:lnTo>
                <a:cubicBezTo>
                  <a:pt x="33337" y="21096"/>
                  <a:pt x="36046" y="17711"/>
                  <a:pt x="39875" y="16877"/>
                </a:cubicBezTo>
                <a:lnTo>
                  <a:pt x="114884" y="208"/>
                </a:lnTo>
                <a:cubicBezTo>
                  <a:pt x="117358" y="-339"/>
                  <a:pt x="119937" y="260"/>
                  <a:pt x="121916" y="1849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43" name="Text 41"/>
          <p:cNvSpPr/>
          <p:nvPr/>
        </p:nvSpPr>
        <p:spPr>
          <a:xfrm>
            <a:off x="6248400" y="3178176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Танцевальные флешмобы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8400" y="3425826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Каждую субботу в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highlight>
                  <a:srgbClr val="E8A24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парке Музеон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76900" y="3981450"/>
            <a:ext cx="6134100" cy="2495550"/>
          </a:xfrm>
          <a:custGeom>
            <a:avLst/>
            <a:gdLst/>
            <a:ahLst/>
            <a:cxnLst/>
            <a:rect l="l" t="t" r="r" b="b"/>
            <a:pathLst>
              <a:path w="6134100" h="2495550">
                <a:moveTo>
                  <a:pt x="38100" y="0"/>
                </a:moveTo>
                <a:lnTo>
                  <a:pt x="6096000" y="0"/>
                </a:lnTo>
                <a:cubicBezTo>
                  <a:pt x="6117028" y="0"/>
                  <a:pt x="6134100" y="17072"/>
                  <a:pt x="6134100" y="38100"/>
                </a:cubicBezTo>
                <a:lnTo>
                  <a:pt x="6134100" y="2381254"/>
                </a:lnTo>
                <a:cubicBezTo>
                  <a:pt x="6134100" y="2444378"/>
                  <a:pt x="6082928" y="2495550"/>
                  <a:pt x="6019804" y="2495550"/>
                </a:cubicBezTo>
                <a:lnTo>
                  <a:pt x="114296" y="2495550"/>
                </a:lnTo>
                <a:cubicBezTo>
                  <a:pt x="51172" y="2495550"/>
                  <a:pt x="0" y="2444378"/>
                  <a:pt x="0" y="23812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76900" y="3981450"/>
            <a:ext cx="6134100" cy="38100"/>
          </a:xfrm>
          <a:custGeom>
            <a:avLst/>
            <a:gdLst/>
            <a:ahLst/>
            <a:cxnLst/>
            <a:rect l="l" t="t" r="r" b="b"/>
            <a:pathLst>
              <a:path w="6134100" h="38100">
                <a:moveTo>
                  <a:pt x="38100" y="0"/>
                </a:moveTo>
                <a:lnTo>
                  <a:pt x="6096000" y="0"/>
                </a:lnTo>
                <a:cubicBezTo>
                  <a:pt x="6117028" y="0"/>
                  <a:pt x="6134100" y="17072"/>
                  <a:pt x="6134100" y="38100"/>
                </a:cubicBezTo>
                <a:lnTo>
                  <a:pt x="61341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47" name="Shape 45"/>
          <p:cNvSpPr/>
          <p:nvPr/>
        </p:nvSpPr>
        <p:spPr>
          <a:xfrm>
            <a:off x="5829300" y="4152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48" name="Shape 46"/>
          <p:cNvSpPr/>
          <p:nvPr/>
        </p:nvSpPr>
        <p:spPr>
          <a:xfrm>
            <a:off x="5947172" y="4257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171450"/>
                </a:moveTo>
                <a:lnTo>
                  <a:pt x="32147" y="171450"/>
                </a:lnTo>
                <a:cubicBezTo>
                  <a:pt x="14399" y="171450"/>
                  <a:pt x="0" y="157051"/>
                  <a:pt x="0" y="139303"/>
                </a:cubicBezTo>
                <a:lnTo>
                  <a:pt x="0" y="32147"/>
                </a:lnTo>
                <a:cubicBezTo>
                  <a:pt x="0" y="14399"/>
                  <a:pt x="14399" y="0"/>
                  <a:pt x="32147" y="0"/>
                </a:cubicBezTo>
                <a:lnTo>
                  <a:pt x="133945" y="0"/>
                </a:lnTo>
                <a:cubicBezTo>
                  <a:pt x="142819" y="0"/>
                  <a:pt x="150019" y="7200"/>
                  <a:pt x="150019" y="16073"/>
                </a:cubicBezTo>
                <a:lnTo>
                  <a:pt x="150019" y="112514"/>
                </a:lnTo>
                <a:cubicBezTo>
                  <a:pt x="150019" y="119513"/>
                  <a:pt x="145532" y="125473"/>
                  <a:pt x="139303" y="127683"/>
                </a:cubicBez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128588" y="171450"/>
                </a:lnTo>
                <a:close/>
                <a:moveTo>
                  <a:pt x="32147" y="128588"/>
                </a:moveTo>
                <a:cubicBezTo>
                  <a:pt x="26220" y="128588"/>
                  <a:pt x="21431" y="133376"/>
                  <a:pt x="21431" y="139303"/>
                </a:cubicBezTo>
                <a:cubicBezTo>
                  <a:pt x="21431" y="145230"/>
                  <a:pt x="26220" y="150019"/>
                  <a:pt x="32147" y="150019"/>
                </a:cubicBezTo>
                <a:lnTo>
                  <a:pt x="117872" y="150019"/>
                </a:lnTo>
                <a:lnTo>
                  <a:pt x="117872" y="128588"/>
                </a:lnTo>
                <a:lnTo>
                  <a:pt x="32147" y="128588"/>
                </a:lnTo>
                <a:close/>
                <a:moveTo>
                  <a:pt x="42863" y="50899"/>
                </a:moveTo>
                <a:cubicBezTo>
                  <a:pt x="42863" y="55353"/>
                  <a:pt x="46446" y="58936"/>
                  <a:pt x="50899" y="58936"/>
                </a:cubicBezTo>
                <a:lnTo>
                  <a:pt x="109835" y="58936"/>
                </a:lnTo>
                <a:cubicBezTo>
                  <a:pt x="114289" y="58936"/>
                  <a:pt x="117872" y="55353"/>
                  <a:pt x="117872" y="50899"/>
                </a:cubicBezTo>
                <a:cubicBezTo>
                  <a:pt x="117872" y="46446"/>
                  <a:pt x="114289" y="42863"/>
                  <a:pt x="109835" y="42863"/>
                </a:cubicBezTo>
                <a:lnTo>
                  <a:pt x="50899" y="42863"/>
                </a:lnTo>
                <a:cubicBezTo>
                  <a:pt x="46446" y="42863"/>
                  <a:pt x="42863" y="46446"/>
                  <a:pt x="42863" y="50899"/>
                </a:cubicBezTo>
                <a:close/>
                <a:moveTo>
                  <a:pt x="50899" y="75009"/>
                </a:moveTo>
                <a:cubicBezTo>
                  <a:pt x="46446" y="75009"/>
                  <a:pt x="42863" y="78592"/>
                  <a:pt x="42863" y="83046"/>
                </a:cubicBezTo>
                <a:cubicBezTo>
                  <a:pt x="42863" y="87500"/>
                  <a:pt x="46446" y="91083"/>
                  <a:pt x="50899" y="91083"/>
                </a:cubicBezTo>
                <a:lnTo>
                  <a:pt x="109835" y="91083"/>
                </a:lnTo>
                <a:cubicBezTo>
                  <a:pt x="114289" y="91083"/>
                  <a:pt x="117872" y="87500"/>
                  <a:pt x="117872" y="83046"/>
                </a:cubicBezTo>
                <a:cubicBezTo>
                  <a:pt x="117872" y="78592"/>
                  <a:pt x="114289" y="75009"/>
                  <a:pt x="109835" y="75009"/>
                </a:cubicBezTo>
                <a:lnTo>
                  <a:pt x="50899" y="750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324600" y="421005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Культура и просвещение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29300" y="4670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24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934075" y="475615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0006" y="20836"/>
                </a:moveTo>
                <a:cubicBezTo>
                  <a:pt x="58056" y="20836"/>
                  <a:pt x="64591" y="14301"/>
                  <a:pt x="64591" y="6251"/>
                </a:cubicBezTo>
                <a:cubicBezTo>
                  <a:pt x="64591" y="-1799"/>
                  <a:pt x="58056" y="-8334"/>
                  <a:pt x="50006" y="-8334"/>
                </a:cubicBezTo>
                <a:cubicBezTo>
                  <a:pt x="41956" y="-8334"/>
                  <a:pt x="35421" y="-1799"/>
                  <a:pt x="35421" y="6251"/>
                </a:cubicBezTo>
                <a:cubicBezTo>
                  <a:pt x="35421" y="14301"/>
                  <a:pt x="41956" y="20836"/>
                  <a:pt x="50006" y="20836"/>
                </a:cubicBezTo>
                <a:close/>
                <a:moveTo>
                  <a:pt x="27451" y="59356"/>
                </a:moveTo>
                <a:lnTo>
                  <a:pt x="33337" y="53470"/>
                </a:lnTo>
                <a:lnTo>
                  <a:pt x="33337" y="71519"/>
                </a:lnTo>
                <a:cubicBezTo>
                  <a:pt x="33337" y="78812"/>
                  <a:pt x="36515" y="85766"/>
                  <a:pt x="42063" y="90506"/>
                </a:cubicBezTo>
                <a:lnTo>
                  <a:pt x="60659" y="106446"/>
                </a:lnTo>
                <a:cubicBezTo>
                  <a:pt x="62195" y="107774"/>
                  <a:pt x="63211" y="109597"/>
                  <a:pt x="63498" y="111602"/>
                </a:cubicBezTo>
                <a:lnTo>
                  <a:pt x="66779" y="134548"/>
                </a:lnTo>
                <a:cubicBezTo>
                  <a:pt x="67430" y="139106"/>
                  <a:pt x="71650" y="142283"/>
                  <a:pt x="76207" y="141632"/>
                </a:cubicBezTo>
                <a:cubicBezTo>
                  <a:pt x="80765" y="140981"/>
                  <a:pt x="83943" y="136762"/>
                  <a:pt x="83292" y="132204"/>
                </a:cubicBezTo>
                <a:lnTo>
                  <a:pt x="80010" y="109258"/>
                </a:lnTo>
                <a:cubicBezTo>
                  <a:pt x="79151" y="103242"/>
                  <a:pt x="76129" y="97773"/>
                  <a:pt x="71519" y="93814"/>
                </a:cubicBezTo>
                <a:lnTo>
                  <a:pt x="62534" y="86105"/>
                </a:lnTo>
                <a:lnTo>
                  <a:pt x="62534" y="56101"/>
                </a:lnTo>
                <a:lnTo>
                  <a:pt x="63524" y="57325"/>
                </a:lnTo>
                <a:cubicBezTo>
                  <a:pt x="68264" y="63263"/>
                  <a:pt x="75452" y="66701"/>
                  <a:pt x="83057" y="66701"/>
                </a:cubicBezTo>
                <a:lnTo>
                  <a:pt x="91704" y="66701"/>
                </a:lnTo>
                <a:cubicBezTo>
                  <a:pt x="96314" y="66701"/>
                  <a:pt x="100039" y="62977"/>
                  <a:pt x="100039" y="58367"/>
                </a:cubicBezTo>
                <a:cubicBezTo>
                  <a:pt x="100039" y="53757"/>
                  <a:pt x="96314" y="50032"/>
                  <a:pt x="91704" y="50032"/>
                </a:cubicBezTo>
                <a:lnTo>
                  <a:pt x="83057" y="50032"/>
                </a:lnTo>
                <a:cubicBezTo>
                  <a:pt x="80531" y="50032"/>
                  <a:pt x="78135" y="48886"/>
                  <a:pt x="76546" y="46907"/>
                </a:cubicBezTo>
                <a:lnTo>
                  <a:pt x="71884" y="41073"/>
                </a:lnTo>
                <a:cubicBezTo>
                  <a:pt x="65894" y="33572"/>
                  <a:pt x="56804" y="29196"/>
                  <a:pt x="47193" y="29196"/>
                </a:cubicBezTo>
                <a:cubicBezTo>
                  <a:pt x="38807" y="29196"/>
                  <a:pt x="30759" y="32530"/>
                  <a:pt x="24847" y="38468"/>
                </a:cubicBezTo>
                <a:lnTo>
                  <a:pt x="15653" y="47558"/>
                </a:lnTo>
                <a:cubicBezTo>
                  <a:pt x="10965" y="52246"/>
                  <a:pt x="8334" y="58601"/>
                  <a:pt x="8334" y="65243"/>
                </a:cubicBezTo>
                <a:lnTo>
                  <a:pt x="8334" y="75009"/>
                </a:lnTo>
                <a:cubicBezTo>
                  <a:pt x="8334" y="79619"/>
                  <a:pt x="12059" y="83344"/>
                  <a:pt x="16669" y="83344"/>
                </a:cubicBezTo>
                <a:cubicBezTo>
                  <a:pt x="21279" y="83344"/>
                  <a:pt x="25003" y="79619"/>
                  <a:pt x="25003" y="75009"/>
                </a:cubicBezTo>
                <a:lnTo>
                  <a:pt x="25003" y="65243"/>
                </a:lnTo>
                <a:cubicBezTo>
                  <a:pt x="25003" y="63029"/>
                  <a:pt x="25889" y="60919"/>
                  <a:pt x="27451" y="59356"/>
                </a:cubicBezTo>
                <a:close/>
                <a:moveTo>
                  <a:pt x="30681" y="106081"/>
                </a:moveTo>
                <a:cubicBezTo>
                  <a:pt x="30290" y="107435"/>
                  <a:pt x="29561" y="108685"/>
                  <a:pt x="28571" y="109675"/>
                </a:cubicBezTo>
                <a:lnTo>
                  <a:pt x="10783" y="127464"/>
                </a:lnTo>
                <a:cubicBezTo>
                  <a:pt x="7527" y="130719"/>
                  <a:pt x="7527" y="136007"/>
                  <a:pt x="10783" y="139262"/>
                </a:cubicBezTo>
                <a:cubicBezTo>
                  <a:pt x="14038" y="142518"/>
                  <a:pt x="19325" y="142518"/>
                  <a:pt x="22581" y="139262"/>
                </a:cubicBezTo>
                <a:lnTo>
                  <a:pt x="40370" y="121474"/>
                </a:lnTo>
                <a:cubicBezTo>
                  <a:pt x="43365" y="118478"/>
                  <a:pt x="45553" y="114754"/>
                  <a:pt x="46725" y="110665"/>
                </a:cubicBezTo>
                <a:lnTo>
                  <a:pt x="47298" y="108685"/>
                </a:lnTo>
                <a:lnTo>
                  <a:pt x="35317" y="98424"/>
                </a:lnTo>
                <a:cubicBezTo>
                  <a:pt x="34666" y="97851"/>
                  <a:pt x="34015" y="97278"/>
                  <a:pt x="33390" y="96653"/>
                </a:cubicBezTo>
                <a:lnTo>
                  <a:pt x="30681" y="106081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2" name="Text 50"/>
          <p:cNvSpPr/>
          <p:nvPr/>
        </p:nvSpPr>
        <p:spPr>
          <a:xfrm>
            <a:off x="6248400" y="4651375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Пеший лекторий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48400" y="4899027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highlight>
                  <a:srgbClr val="E8A243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гидов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историческим маршрутам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829300" y="5267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243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917406" y="5353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66909"/>
                  <a:pt x="133350" y="67144"/>
                  <a:pt x="133350" y="67378"/>
                </a:cubicBezTo>
                <a:cubicBezTo>
                  <a:pt x="133246" y="76885"/>
                  <a:pt x="124599" y="83344"/>
                  <a:pt x="115093" y="83344"/>
                </a:cubicBezTo>
                <a:lnTo>
                  <a:pt x="89595" y="83344"/>
                </a:lnTo>
                <a:cubicBezTo>
                  <a:pt x="82693" y="83344"/>
                  <a:pt x="77093" y="88943"/>
                  <a:pt x="77093" y="95845"/>
                </a:cubicBezTo>
                <a:cubicBezTo>
                  <a:pt x="77093" y="96731"/>
                  <a:pt x="77197" y="97590"/>
                  <a:pt x="77353" y="98424"/>
                </a:cubicBezTo>
                <a:cubicBezTo>
                  <a:pt x="77900" y="101080"/>
                  <a:pt x="79046" y="103633"/>
                  <a:pt x="80166" y="106211"/>
                </a:cubicBezTo>
                <a:cubicBezTo>
                  <a:pt x="81755" y="109805"/>
                  <a:pt x="83318" y="113374"/>
                  <a:pt x="83318" y="117150"/>
                </a:cubicBezTo>
                <a:cubicBezTo>
                  <a:pt x="83318" y="125432"/>
                  <a:pt x="77692" y="132959"/>
                  <a:pt x="69410" y="133298"/>
                </a:cubicBezTo>
                <a:cubicBezTo>
                  <a:pt x="68498" y="133324"/>
                  <a:pt x="67587" y="133350"/>
                  <a:pt x="66649" y="133350"/>
                </a:cubicBezTo>
                <a:cubicBezTo>
                  <a:pt x="29821" y="133350"/>
                  <a:pt x="-26" y="103503"/>
                  <a:pt x="-26" y="66675"/>
                </a:cubicBezTo>
                <a:cubicBezTo>
                  <a:pt x="-26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lose/>
                <a:moveTo>
                  <a:pt x="33337" y="75009"/>
                </a:moveTo>
                <a:cubicBezTo>
                  <a:pt x="33337" y="70410"/>
                  <a:pt x="29603" y="66675"/>
                  <a:pt x="25003" y="66675"/>
                </a:cubicBezTo>
                <a:cubicBezTo>
                  <a:pt x="20403" y="66675"/>
                  <a:pt x="16669" y="70410"/>
                  <a:pt x="16669" y="75009"/>
                </a:cubicBezTo>
                <a:cubicBezTo>
                  <a:pt x="16669" y="79609"/>
                  <a:pt x="20403" y="83344"/>
                  <a:pt x="25003" y="83344"/>
                </a:cubicBezTo>
                <a:cubicBezTo>
                  <a:pt x="29603" y="83344"/>
                  <a:pt x="33337" y="79609"/>
                  <a:pt x="33337" y="75009"/>
                </a:cubicBezTo>
                <a:close/>
                <a:moveTo>
                  <a:pt x="33337" y="50006"/>
                </a:moveTo>
                <a:cubicBezTo>
                  <a:pt x="37937" y="50006"/>
                  <a:pt x="41672" y="46272"/>
                  <a:pt x="41672" y="41672"/>
                </a:cubicBezTo>
                <a:cubicBezTo>
                  <a:pt x="41672" y="37072"/>
                  <a:pt x="37937" y="33337"/>
                  <a:pt x="33337" y="33337"/>
                </a:cubicBezTo>
                <a:cubicBezTo>
                  <a:pt x="28738" y="33337"/>
                  <a:pt x="25003" y="37072"/>
                  <a:pt x="25003" y="41672"/>
                </a:cubicBezTo>
                <a:cubicBezTo>
                  <a:pt x="25003" y="46272"/>
                  <a:pt x="28738" y="50006"/>
                  <a:pt x="33337" y="50006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100013" y="50006"/>
                </a:moveTo>
                <a:cubicBezTo>
                  <a:pt x="104612" y="50006"/>
                  <a:pt x="108347" y="46272"/>
                  <a:pt x="108347" y="41672"/>
                </a:cubicBezTo>
                <a:cubicBezTo>
                  <a:pt x="108347" y="37072"/>
                  <a:pt x="104612" y="33337"/>
                  <a:pt x="100013" y="33337"/>
                </a:cubicBezTo>
                <a:cubicBezTo>
                  <a:pt x="95413" y="33337"/>
                  <a:pt x="91678" y="37072"/>
                  <a:pt x="91678" y="41672"/>
                </a:cubicBezTo>
                <a:cubicBezTo>
                  <a:pt x="91678" y="46272"/>
                  <a:pt x="95413" y="50006"/>
                  <a:pt x="100013" y="50006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6" name="Text 54"/>
          <p:cNvSpPr/>
          <p:nvPr/>
        </p:nvSpPr>
        <p:spPr>
          <a:xfrm>
            <a:off x="6248400" y="5248275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Художественные пленэры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48400" y="5495925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Тверской, Гоголевский, Чистопрудный бульвары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29300" y="586422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243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917406" y="59499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39588"/>
                </a:moveTo>
                <a:cubicBezTo>
                  <a:pt x="79325" y="39588"/>
                  <a:pt x="89595" y="29318"/>
                  <a:pt x="89595" y="16669"/>
                </a:cubicBezTo>
                <a:cubicBezTo>
                  <a:pt x="89595" y="4019"/>
                  <a:pt x="79325" y="-6251"/>
                  <a:pt x="66675" y="-6251"/>
                </a:cubicBezTo>
                <a:cubicBezTo>
                  <a:pt x="54025" y="-6251"/>
                  <a:pt x="43755" y="4019"/>
                  <a:pt x="43755" y="16669"/>
                </a:cubicBezTo>
                <a:cubicBezTo>
                  <a:pt x="43755" y="29318"/>
                  <a:pt x="54025" y="39588"/>
                  <a:pt x="66675" y="39588"/>
                </a:cubicBezTo>
                <a:close/>
                <a:moveTo>
                  <a:pt x="66675" y="117384"/>
                </a:moveTo>
                <a:lnTo>
                  <a:pt x="66675" y="78499"/>
                </a:lnTo>
                <a:cubicBezTo>
                  <a:pt x="70920" y="76728"/>
                  <a:pt x="75244" y="74931"/>
                  <a:pt x="79619" y="73108"/>
                </a:cubicBezTo>
                <a:cubicBezTo>
                  <a:pt x="89777" y="68889"/>
                  <a:pt x="100664" y="66701"/>
                  <a:pt x="111681" y="66701"/>
                </a:cubicBezTo>
                <a:lnTo>
                  <a:pt x="116681" y="66701"/>
                </a:lnTo>
                <a:lnTo>
                  <a:pt x="116681" y="108373"/>
                </a:lnTo>
                <a:lnTo>
                  <a:pt x="111681" y="108373"/>
                </a:lnTo>
                <a:cubicBezTo>
                  <a:pt x="96288" y="108373"/>
                  <a:pt x="81026" y="111420"/>
                  <a:pt x="66805" y="117358"/>
                </a:cubicBezTo>
                <a:lnTo>
                  <a:pt x="66675" y="117411"/>
                </a:lnTo>
                <a:close/>
                <a:moveTo>
                  <a:pt x="66675" y="60424"/>
                </a:moveTo>
                <a:lnTo>
                  <a:pt x="60138" y="57690"/>
                </a:lnTo>
                <a:cubicBezTo>
                  <a:pt x="47949" y="52611"/>
                  <a:pt x="34874" y="50006"/>
                  <a:pt x="21669" y="50006"/>
                </a:cubicBezTo>
                <a:lnTo>
                  <a:pt x="12502" y="50006"/>
                </a:lnTo>
                <a:cubicBezTo>
                  <a:pt x="5600" y="50006"/>
                  <a:pt x="0" y="55606"/>
                  <a:pt x="0" y="62508"/>
                </a:cubicBezTo>
                <a:lnTo>
                  <a:pt x="0" y="112514"/>
                </a:lnTo>
                <a:cubicBezTo>
                  <a:pt x="0" y="119416"/>
                  <a:pt x="5600" y="125016"/>
                  <a:pt x="12502" y="125016"/>
                </a:cubicBezTo>
                <a:lnTo>
                  <a:pt x="21669" y="125016"/>
                </a:lnTo>
                <a:cubicBezTo>
                  <a:pt x="34874" y="125016"/>
                  <a:pt x="47949" y="127620"/>
                  <a:pt x="60138" y="132699"/>
                </a:cubicBezTo>
                <a:lnTo>
                  <a:pt x="63471" y="134079"/>
                </a:lnTo>
                <a:cubicBezTo>
                  <a:pt x="65529" y="134939"/>
                  <a:pt x="67821" y="134939"/>
                  <a:pt x="69879" y="134079"/>
                </a:cubicBezTo>
                <a:lnTo>
                  <a:pt x="73212" y="132699"/>
                </a:lnTo>
                <a:cubicBezTo>
                  <a:pt x="85401" y="127620"/>
                  <a:pt x="98476" y="125016"/>
                  <a:pt x="111681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62508"/>
                </a:lnTo>
                <a:cubicBezTo>
                  <a:pt x="133350" y="55606"/>
                  <a:pt x="127750" y="50006"/>
                  <a:pt x="120848" y="50006"/>
                </a:cubicBezTo>
                <a:lnTo>
                  <a:pt x="111681" y="50006"/>
                </a:lnTo>
                <a:cubicBezTo>
                  <a:pt x="98476" y="50006"/>
                  <a:pt x="85401" y="52611"/>
                  <a:pt x="73212" y="57690"/>
                </a:cubicBezTo>
                <a:lnTo>
                  <a:pt x="66675" y="60424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60" name="Text 58"/>
          <p:cNvSpPr/>
          <p:nvPr/>
        </p:nvSpPr>
        <p:spPr>
          <a:xfrm>
            <a:off x="6248400" y="5845176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Литературные пикники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48400" y="6092826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Чтение классики в парке Фили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685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spc="109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Эффективность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88818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Прогноз охвата: 1+ млн человек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04455"/>
            <a:ext cx="831273" cy="34636"/>
          </a:xfrm>
          <a:custGeom>
            <a:avLst/>
            <a:gdLst/>
            <a:ahLst/>
            <a:cxnLst/>
            <a:rect l="l" t="t" r="r" b="b"/>
            <a:pathLst>
              <a:path w="831273" h="34636">
                <a:moveTo>
                  <a:pt x="0" y="0"/>
                </a:moveTo>
                <a:lnTo>
                  <a:pt x="831273" y="0"/>
                </a:lnTo>
                <a:lnTo>
                  <a:pt x="831273" y="34636"/>
                </a:lnTo>
                <a:lnTo>
                  <a:pt x="0" y="34636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346364" y="1177636"/>
            <a:ext cx="6321136" cy="5680364"/>
          </a:xfrm>
          <a:custGeom>
            <a:avLst/>
            <a:gdLst/>
            <a:ahLst/>
            <a:cxnLst/>
            <a:rect l="l" t="t" r="r" b="b"/>
            <a:pathLst>
              <a:path w="6321136" h="5680364">
                <a:moveTo>
                  <a:pt x="103894" y="0"/>
                </a:moveTo>
                <a:lnTo>
                  <a:pt x="6217243" y="0"/>
                </a:lnTo>
                <a:cubicBezTo>
                  <a:pt x="6274622" y="0"/>
                  <a:pt x="6321136" y="46515"/>
                  <a:pt x="6321136" y="103894"/>
                </a:cubicBezTo>
                <a:lnTo>
                  <a:pt x="6321136" y="5576470"/>
                </a:lnTo>
                <a:cubicBezTo>
                  <a:pt x="6321136" y="5633849"/>
                  <a:pt x="6274622" y="5680364"/>
                  <a:pt x="6217243" y="5680364"/>
                </a:cubicBezTo>
                <a:lnTo>
                  <a:pt x="103894" y="5680364"/>
                </a:lnTo>
                <a:cubicBezTo>
                  <a:pt x="46515" y="5680364"/>
                  <a:pt x="0" y="5633849"/>
                  <a:pt x="0" y="5576470"/>
                </a:cubicBezTo>
                <a:lnTo>
                  <a:pt x="0" y="103894"/>
                </a:lnTo>
                <a:cubicBezTo>
                  <a:pt x="0" y="46515"/>
                  <a:pt x="46515" y="0"/>
                  <a:pt x="1038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9886" dist="86591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5943" y="1316182"/>
            <a:ext cx="612197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7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Многоканальное взаимодействие</a:t>
            </a:r>
            <a:endParaRPr lang="en-US" sz="1600" dirty="0"/>
          </a:p>
        </p:txBody>
      </p:sp>
      <p:pic>
        <p:nvPicPr>
          <p:cNvPr id="7" name="Image 0" descr="https://kimi-img.moonshot.cn/pub/slides/26-03-19-17:58:41-d6tshk9toomdm3auqnm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909" y="1627909"/>
            <a:ext cx="5437909" cy="3117273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809473" y="1177636"/>
            <a:ext cx="5039591" cy="969818"/>
          </a:xfrm>
          <a:custGeom>
            <a:avLst/>
            <a:gdLst/>
            <a:ahLst/>
            <a:cxnLst/>
            <a:rect l="l" t="t" r="r" b="b"/>
            <a:pathLst>
              <a:path w="5039591" h="969818">
                <a:moveTo>
                  <a:pt x="103906" y="0"/>
                </a:moveTo>
                <a:lnTo>
                  <a:pt x="4935685" y="0"/>
                </a:lnTo>
                <a:cubicBezTo>
                  <a:pt x="4993070" y="0"/>
                  <a:pt x="5039591" y="46520"/>
                  <a:pt x="5039591" y="103906"/>
                </a:cubicBezTo>
                <a:lnTo>
                  <a:pt x="5039591" y="865912"/>
                </a:lnTo>
                <a:cubicBezTo>
                  <a:pt x="5039591" y="923298"/>
                  <a:pt x="4993070" y="969818"/>
                  <a:pt x="4935685" y="969818"/>
                </a:cubicBezTo>
                <a:lnTo>
                  <a:pt x="103906" y="969818"/>
                </a:lnTo>
                <a:cubicBezTo>
                  <a:pt x="46520" y="969818"/>
                  <a:pt x="0" y="923298"/>
                  <a:pt x="0" y="865912"/>
                </a:cubicBezTo>
                <a:lnTo>
                  <a:pt x="0" y="103906"/>
                </a:lnTo>
                <a:cubicBezTo>
                  <a:pt x="0" y="46520"/>
                  <a:pt x="46520" y="0"/>
                  <a:pt x="103906" y="0"/>
                </a:cubicBezTo>
                <a:close/>
              </a:path>
            </a:pathLst>
          </a:custGeom>
          <a:gradFill rotWithShape="1" flip="none">
            <a:gsLst>
              <a:gs pos="0">
                <a:srgbClr val="2E6F68"/>
              </a:gs>
              <a:gs pos="100000">
                <a:srgbClr val="2E6F68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8019" y="1420091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060587" y="1558636"/>
            <a:ext cx="259773" cy="207818"/>
          </a:xfrm>
          <a:custGeom>
            <a:avLst/>
            <a:gdLst/>
            <a:ahLst/>
            <a:cxnLst/>
            <a:rect l="l" t="t" r="r" b="b"/>
            <a:pathLst>
              <a:path w="259773" h="207818">
                <a:moveTo>
                  <a:pt x="129886" y="6494"/>
                </a:moveTo>
                <a:cubicBezTo>
                  <a:pt x="153184" y="6494"/>
                  <a:pt x="172099" y="25409"/>
                  <a:pt x="172099" y="48707"/>
                </a:cubicBezTo>
                <a:cubicBezTo>
                  <a:pt x="172099" y="72005"/>
                  <a:pt x="153184" y="90920"/>
                  <a:pt x="129886" y="90920"/>
                </a:cubicBezTo>
                <a:cubicBezTo>
                  <a:pt x="106588" y="90920"/>
                  <a:pt x="87673" y="72005"/>
                  <a:pt x="87673" y="48707"/>
                </a:cubicBezTo>
                <a:cubicBezTo>
                  <a:pt x="87673" y="25409"/>
                  <a:pt x="106588" y="6494"/>
                  <a:pt x="129886" y="6494"/>
                </a:cubicBezTo>
                <a:close/>
                <a:moveTo>
                  <a:pt x="38966" y="35719"/>
                </a:moveTo>
                <a:cubicBezTo>
                  <a:pt x="55095" y="35719"/>
                  <a:pt x="68190" y="48814"/>
                  <a:pt x="68190" y="64943"/>
                </a:cubicBezTo>
                <a:cubicBezTo>
                  <a:pt x="68190" y="81073"/>
                  <a:pt x="55095" y="94168"/>
                  <a:pt x="38966" y="94168"/>
                </a:cubicBezTo>
                <a:cubicBezTo>
                  <a:pt x="22837" y="94168"/>
                  <a:pt x="9741" y="81073"/>
                  <a:pt x="9741" y="64943"/>
                </a:cubicBezTo>
                <a:cubicBezTo>
                  <a:pt x="9741" y="48814"/>
                  <a:pt x="22837" y="35719"/>
                  <a:pt x="38966" y="35719"/>
                </a:cubicBezTo>
                <a:close/>
                <a:moveTo>
                  <a:pt x="0" y="168852"/>
                </a:moveTo>
                <a:cubicBezTo>
                  <a:pt x="0" y="140156"/>
                  <a:pt x="23258" y="116898"/>
                  <a:pt x="51955" y="116898"/>
                </a:cubicBezTo>
                <a:cubicBezTo>
                  <a:pt x="57150" y="116898"/>
                  <a:pt x="62183" y="117669"/>
                  <a:pt x="66932" y="119090"/>
                </a:cubicBezTo>
                <a:cubicBezTo>
                  <a:pt x="53578" y="134026"/>
                  <a:pt x="45460" y="153753"/>
                  <a:pt x="45460" y="175347"/>
                </a:cubicBezTo>
                <a:lnTo>
                  <a:pt x="45460" y="181841"/>
                </a:lnTo>
                <a:cubicBezTo>
                  <a:pt x="45460" y="186468"/>
                  <a:pt x="46434" y="190852"/>
                  <a:pt x="48180" y="194830"/>
                </a:cubicBezTo>
                <a:lnTo>
                  <a:pt x="12989" y="194830"/>
                </a:lnTo>
                <a:cubicBezTo>
                  <a:pt x="5804" y="194830"/>
                  <a:pt x="0" y="189025"/>
                  <a:pt x="0" y="181841"/>
                </a:cubicBezTo>
                <a:lnTo>
                  <a:pt x="0" y="168852"/>
                </a:lnTo>
                <a:close/>
                <a:moveTo>
                  <a:pt x="211593" y="194830"/>
                </a:moveTo>
                <a:cubicBezTo>
                  <a:pt x="213338" y="190852"/>
                  <a:pt x="214312" y="186468"/>
                  <a:pt x="214312" y="181841"/>
                </a:cubicBezTo>
                <a:lnTo>
                  <a:pt x="214312" y="175347"/>
                </a:lnTo>
                <a:cubicBezTo>
                  <a:pt x="214312" y="153753"/>
                  <a:pt x="206195" y="134026"/>
                  <a:pt x="192841" y="119090"/>
                </a:cubicBezTo>
                <a:cubicBezTo>
                  <a:pt x="197590" y="117669"/>
                  <a:pt x="202623" y="116898"/>
                  <a:pt x="207818" y="116898"/>
                </a:cubicBezTo>
                <a:cubicBezTo>
                  <a:pt x="236515" y="116898"/>
                  <a:pt x="259773" y="140156"/>
                  <a:pt x="259773" y="168852"/>
                </a:cubicBezTo>
                <a:lnTo>
                  <a:pt x="259773" y="181841"/>
                </a:lnTo>
                <a:cubicBezTo>
                  <a:pt x="259773" y="189025"/>
                  <a:pt x="253968" y="194830"/>
                  <a:pt x="246784" y="194830"/>
                </a:cubicBezTo>
                <a:lnTo>
                  <a:pt x="211593" y="194830"/>
                </a:lnTo>
                <a:close/>
                <a:moveTo>
                  <a:pt x="191582" y="64943"/>
                </a:moveTo>
                <a:cubicBezTo>
                  <a:pt x="191582" y="48814"/>
                  <a:pt x="204677" y="35719"/>
                  <a:pt x="220807" y="35719"/>
                </a:cubicBezTo>
                <a:cubicBezTo>
                  <a:pt x="236936" y="35719"/>
                  <a:pt x="250031" y="48814"/>
                  <a:pt x="250031" y="64943"/>
                </a:cubicBezTo>
                <a:cubicBezTo>
                  <a:pt x="250031" y="81073"/>
                  <a:pt x="236936" y="94168"/>
                  <a:pt x="220807" y="94168"/>
                </a:cubicBezTo>
                <a:cubicBezTo>
                  <a:pt x="204677" y="94168"/>
                  <a:pt x="191582" y="81073"/>
                  <a:pt x="191582" y="64943"/>
                </a:cubicBezTo>
                <a:close/>
                <a:moveTo>
                  <a:pt x="64943" y="175347"/>
                </a:moveTo>
                <a:cubicBezTo>
                  <a:pt x="64943" y="139465"/>
                  <a:pt x="94005" y="110403"/>
                  <a:pt x="129886" y="110403"/>
                </a:cubicBezTo>
                <a:cubicBezTo>
                  <a:pt x="165767" y="110403"/>
                  <a:pt x="194830" y="139465"/>
                  <a:pt x="194830" y="175347"/>
                </a:cubicBezTo>
                <a:lnTo>
                  <a:pt x="194830" y="181841"/>
                </a:lnTo>
                <a:cubicBezTo>
                  <a:pt x="194830" y="189025"/>
                  <a:pt x="189025" y="194830"/>
                  <a:pt x="181841" y="194830"/>
                </a:cubicBezTo>
                <a:lnTo>
                  <a:pt x="77932" y="194830"/>
                </a:lnTo>
                <a:cubicBezTo>
                  <a:pt x="70747" y="194830"/>
                  <a:pt x="64943" y="189025"/>
                  <a:pt x="64943" y="181841"/>
                </a:cubicBezTo>
                <a:lnTo>
                  <a:pt x="64943" y="175347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1" name="Text 8"/>
          <p:cNvSpPr/>
          <p:nvPr/>
        </p:nvSpPr>
        <p:spPr>
          <a:xfrm>
            <a:off x="7571473" y="1316182"/>
            <a:ext cx="4199659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Общий охват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71473" y="1506682"/>
            <a:ext cx="4268932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1 000 000+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71473" y="1835727"/>
            <a:ext cx="4199659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человек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26792" y="2251364"/>
            <a:ext cx="5022273" cy="1073727"/>
          </a:xfrm>
          <a:custGeom>
            <a:avLst/>
            <a:gdLst/>
            <a:ahLst/>
            <a:cxnLst/>
            <a:rect l="l" t="t" r="r" b="b"/>
            <a:pathLst>
              <a:path w="5022273" h="1073727">
                <a:moveTo>
                  <a:pt x="34636" y="0"/>
                </a:moveTo>
                <a:lnTo>
                  <a:pt x="4918368" y="0"/>
                </a:lnTo>
                <a:cubicBezTo>
                  <a:pt x="4975753" y="0"/>
                  <a:pt x="5022273" y="46520"/>
                  <a:pt x="5022273" y="103905"/>
                </a:cubicBezTo>
                <a:lnTo>
                  <a:pt x="5022273" y="969823"/>
                </a:lnTo>
                <a:cubicBezTo>
                  <a:pt x="5022273" y="1027208"/>
                  <a:pt x="4975753" y="1073727"/>
                  <a:pt x="4918368" y="1073727"/>
                </a:cubicBez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26792" y="2251364"/>
            <a:ext cx="34636" cy="1073727"/>
          </a:xfrm>
          <a:custGeom>
            <a:avLst/>
            <a:gdLst/>
            <a:ahLst/>
            <a:cxnLst/>
            <a:rect l="l" t="t" r="r" b="b"/>
            <a:pathLst>
              <a:path w="34636" h="1073727">
                <a:moveTo>
                  <a:pt x="34636" y="0"/>
                </a:moveTo>
                <a:lnTo>
                  <a:pt x="34636" y="0"/>
                </a:lnTo>
                <a:lnTo>
                  <a:pt x="34636" y="1073727"/>
                </a:ln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16" name="Shape 13"/>
          <p:cNvSpPr/>
          <p:nvPr/>
        </p:nvSpPr>
        <p:spPr>
          <a:xfrm>
            <a:off x="6982655" y="2476500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17" name="Shape 14"/>
          <p:cNvSpPr/>
          <p:nvPr/>
        </p:nvSpPr>
        <p:spPr>
          <a:xfrm>
            <a:off x="7077905" y="2580409"/>
            <a:ext cx="155864" cy="138545"/>
          </a:xfrm>
          <a:custGeom>
            <a:avLst/>
            <a:gdLst/>
            <a:ahLst/>
            <a:cxnLst/>
            <a:rect l="l" t="t" r="r" b="b"/>
            <a:pathLst>
              <a:path w="155864" h="138545">
                <a:moveTo>
                  <a:pt x="72763" y="23055"/>
                </a:moveTo>
                <a:lnTo>
                  <a:pt x="41212" y="58124"/>
                </a:lnTo>
                <a:cubicBezTo>
                  <a:pt x="39967" y="59504"/>
                  <a:pt x="40021" y="61642"/>
                  <a:pt x="41347" y="62968"/>
                </a:cubicBezTo>
                <a:cubicBezTo>
                  <a:pt x="49600" y="71221"/>
                  <a:pt x="62995" y="71221"/>
                  <a:pt x="71248" y="62968"/>
                </a:cubicBezTo>
                <a:lnTo>
                  <a:pt x="79853" y="54363"/>
                </a:lnTo>
                <a:cubicBezTo>
                  <a:pt x="80990" y="53226"/>
                  <a:pt x="82424" y="52604"/>
                  <a:pt x="83885" y="52496"/>
                </a:cubicBezTo>
                <a:cubicBezTo>
                  <a:pt x="85725" y="52333"/>
                  <a:pt x="87619" y="52956"/>
                  <a:pt x="89026" y="54363"/>
                </a:cubicBezTo>
                <a:lnTo>
                  <a:pt x="136814" y="101744"/>
                </a:lnTo>
                <a:lnTo>
                  <a:pt x="155864" y="86591"/>
                </a:lnTo>
                <a:lnTo>
                  <a:pt x="155864" y="8659"/>
                </a:lnTo>
                <a:lnTo>
                  <a:pt x="125557" y="25977"/>
                </a:lnTo>
                <a:lnTo>
                  <a:pt x="119117" y="21675"/>
                </a:lnTo>
                <a:cubicBezTo>
                  <a:pt x="114841" y="18834"/>
                  <a:pt x="109835" y="17318"/>
                  <a:pt x="104694" y="17318"/>
                </a:cubicBezTo>
                <a:lnTo>
                  <a:pt x="85644" y="17318"/>
                </a:lnTo>
                <a:cubicBezTo>
                  <a:pt x="85346" y="17318"/>
                  <a:pt x="85021" y="17318"/>
                  <a:pt x="84724" y="17345"/>
                </a:cubicBezTo>
                <a:cubicBezTo>
                  <a:pt x="80151" y="17589"/>
                  <a:pt x="75848" y="19645"/>
                  <a:pt x="72763" y="23055"/>
                </a:cubicBezTo>
                <a:close/>
                <a:moveTo>
                  <a:pt x="31552" y="49438"/>
                </a:moveTo>
                <a:lnTo>
                  <a:pt x="60451" y="17318"/>
                </a:lnTo>
                <a:lnTo>
                  <a:pt x="49736" y="17318"/>
                </a:lnTo>
                <a:cubicBezTo>
                  <a:pt x="42835" y="17318"/>
                  <a:pt x="36233" y="20051"/>
                  <a:pt x="31362" y="24922"/>
                </a:cubicBezTo>
                <a:lnTo>
                  <a:pt x="30307" y="25977"/>
                </a:lnTo>
                <a:lnTo>
                  <a:pt x="0" y="8659"/>
                </a:lnTo>
                <a:lnTo>
                  <a:pt x="0" y="86591"/>
                </a:lnTo>
                <a:lnTo>
                  <a:pt x="42321" y="121850"/>
                </a:lnTo>
                <a:cubicBezTo>
                  <a:pt x="48545" y="127045"/>
                  <a:pt x="56392" y="129886"/>
                  <a:pt x="64483" y="129886"/>
                </a:cubicBezTo>
                <a:lnTo>
                  <a:pt x="68732" y="129886"/>
                </a:lnTo>
                <a:lnTo>
                  <a:pt x="66837" y="127992"/>
                </a:lnTo>
                <a:cubicBezTo>
                  <a:pt x="64294" y="125449"/>
                  <a:pt x="64294" y="121336"/>
                  <a:pt x="66837" y="118819"/>
                </a:cubicBezTo>
                <a:cubicBezTo>
                  <a:pt x="69381" y="116302"/>
                  <a:pt x="73494" y="116275"/>
                  <a:pt x="76011" y="118819"/>
                </a:cubicBezTo>
                <a:lnTo>
                  <a:pt x="87105" y="129913"/>
                </a:lnTo>
                <a:lnTo>
                  <a:pt x="89540" y="129913"/>
                </a:lnTo>
                <a:cubicBezTo>
                  <a:pt x="94709" y="129913"/>
                  <a:pt x="99769" y="128750"/>
                  <a:pt x="104369" y="126585"/>
                </a:cubicBezTo>
                <a:lnTo>
                  <a:pt x="97144" y="119333"/>
                </a:lnTo>
                <a:cubicBezTo>
                  <a:pt x="94601" y="116789"/>
                  <a:pt x="94601" y="112676"/>
                  <a:pt x="97144" y="110160"/>
                </a:cubicBezTo>
                <a:cubicBezTo>
                  <a:pt x="99688" y="107643"/>
                  <a:pt x="103801" y="107616"/>
                  <a:pt x="106317" y="110160"/>
                </a:cubicBezTo>
                <a:lnTo>
                  <a:pt x="114976" y="118819"/>
                </a:lnTo>
                <a:lnTo>
                  <a:pt x="119712" y="114084"/>
                </a:lnTo>
                <a:cubicBezTo>
                  <a:pt x="122120" y="111675"/>
                  <a:pt x="122824" y="108185"/>
                  <a:pt x="121768" y="105127"/>
                </a:cubicBezTo>
                <a:lnTo>
                  <a:pt x="84453" y="68109"/>
                </a:lnTo>
                <a:lnTo>
                  <a:pt x="80421" y="72141"/>
                </a:lnTo>
                <a:cubicBezTo>
                  <a:pt x="67081" y="85481"/>
                  <a:pt x="45487" y="85481"/>
                  <a:pt x="32147" y="72141"/>
                </a:cubicBezTo>
                <a:cubicBezTo>
                  <a:pt x="25923" y="65917"/>
                  <a:pt x="25680" y="55932"/>
                  <a:pt x="31552" y="494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7432928" y="2389909"/>
            <a:ext cx="152400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Очные мероприятия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32928" y="2632364"/>
            <a:ext cx="154997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150 000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17292" y="3007592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58070" y="4708"/>
                </a:moveTo>
                <a:cubicBezTo>
                  <a:pt x="54688" y="1326"/>
                  <a:pt x="49194" y="1326"/>
                  <a:pt x="45812" y="4708"/>
                </a:cubicBezTo>
                <a:lnTo>
                  <a:pt x="2517" y="48004"/>
                </a:lnTo>
                <a:cubicBezTo>
                  <a:pt x="-866" y="51386"/>
                  <a:pt x="-866" y="56879"/>
                  <a:pt x="2517" y="60262"/>
                </a:cubicBezTo>
                <a:cubicBezTo>
                  <a:pt x="5899" y="63644"/>
                  <a:pt x="11392" y="63644"/>
                  <a:pt x="14775" y="60262"/>
                </a:cubicBezTo>
                <a:lnTo>
                  <a:pt x="43295" y="31741"/>
                </a:lnTo>
                <a:lnTo>
                  <a:pt x="43295" y="132051"/>
                </a:lnTo>
                <a:cubicBezTo>
                  <a:pt x="43295" y="136841"/>
                  <a:pt x="47165" y="140710"/>
                  <a:pt x="51955" y="140710"/>
                </a:cubicBezTo>
                <a:cubicBezTo>
                  <a:pt x="56744" y="140710"/>
                  <a:pt x="60614" y="136841"/>
                  <a:pt x="60614" y="132051"/>
                </a:cubicBezTo>
                <a:lnTo>
                  <a:pt x="60614" y="31741"/>
                </a:lnTo>
                <a:lnTo>
                  <a:pt x="89135" y="60262"/>
                </a:lnTo>
                <a:cubicBezTo>
                  <a:pt x="92517" y="63644"/>
                  <a:pt x="98010" y="63644"/>
                  <a:pt x="101393" y="60262"/>
                </a:cubicBezTo>
                <a:cubicBezTo>
                  <a:pt x="104775" y="56879"/>
                  <a:pt x="104775" y="51386"/>
                  <a:pt x="101393" y="48004"/>
                </a:cubicBezTo>
                <a:lnTo>
                  <a:pt x="58097" y="4708"/>
                </a:ln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21" name="Text 18"/>
          <p:cNvSpPr/>
          <p:nvPr/>
        </p:nvSpPr>
        <p:spPr>
          <a:xfrm>
            <a:off x="7203068" y="2978727"/>
            <a:ext cx="4576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Рост лояльности участников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26792" y="3429000"/>
            <a:ext cx="5022273" cy="1073727"/>
          </a:xfrm>
          <a:custGeom>
            <a:avLst/>
            <a:gdLst/>
            <a:ahLst/>
            <a:cxnLst/>
            <a:rect l="l" t="t" r="r" b="b"/>
            <a:pathLst>
              <a:path w="5022273" h="1073727">
                <a:moveTo>
                  <a:pt x="34636" y="0"/>
                </a:moveTo>
                <a:lnTo>
                  <a:pt x="4918368" y="0"/>
                </a:lnTo>
                <a:cubicBezTo>
                  <a:pt x="4975753" y="0"/>
                  <a:pt x="5022273" y="46520"/>
                  <a:pt x="5022273" y="103905"/>
                </a:cubicBezTo>
                <a:lnTo>
                  <a:pt x="5022273" y="969823"/>
                </a:lnTo>
                <a:cubicBezTo>
                  <a:pt x="5022273" y="1027208"/>
                  <a:pt x="4975753" y="1073727"/>
                  <a:pt x="4918368" y="1073727"/>
                </a:cubicBez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26792" y="3429000"/>
            <a:ext cx="34636" cy="1073727"/>
          </a:xfrm>
          <a:custGeom>
            <a:avLst/>
            <a:gdLst/>
            <a:ahLst/>
            <a:cxnLst/>
            <a:rect l="l" t="t" r="r" b="b"/>
            <a:pathLst>
              <a:path w="34636" h="1073727">
                <a:moveTo>
                  <a:pt x="34636" y="0"/>
                </a:moveTo>
                <a:lnTo>
                  <a:pt x="34636" y="0"/>
                </a:lnTo>
                <a:lnTo>
                  <a:pt x="34636" y="1073727"/>
                </a:ln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4" name="Shape 21"/>
          <p:cNvSpPr/>
          <p:nvPr/>
        </p:nvSpPr>
        <p:spPr>
          <a:xfrm>
            <a:off x="6982655" y="3654136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5" name="Shape 22"/>
          <p:cNvSpPr/>
          <p:nvPr/>
        </p:nvSpPr>
        <p:spPr>
          <a:xfrm>
            <a:off x="7103882" y="3758045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4330" y="17318"/>
                </a:moveTo>
                <a:cubicBezTo>
                  <a:pt x="4330" y="7766"/>
                  <a:pt x="12096" y="0"/>
                  <a:pt x="21648" y="0"/>
                </a:cubicBezTo>
                <a:lnTo>
                  <a:pt x="82261" y="0"/>
                </a:lnTo>
                <a:cubicBezTo>
                  <a:pt x="91813" y="0"/>
                  <a:pt x="99580" y="7766"/>
                  <a:pt x="99580" y="17318"/>
                </a:cubicBezTo>
                <a:lnTo>
                  <a:pt x="99580" y="121227"/>
                </a:lnTo>
                <a:cubicBezTo>
                  <a:pt x="99580" y="130779"/>
                  <a:pt x="91813" y="138545"/>
                  <a:pt x="82261" y="138545"/>
                </a:cubicBezTo>
                <a:lnTo>
                  <a:pt x="21648" y="138545"/>
                </a:lnTo>
                <a:cubicBezTo>
                  <a:pt x="12096" y="138545"/>
                  <a:pt x="4330" y="130779"/>
                  <a:pt x="4330" y="121227"/>
                </a:cubicBezTo>
                <a:lnTo>
                  <a:pt x="4330" y="17318"/>
                </a:lnTo>
                <a:close/>
                <a:moveTo>
                  <a:pt x="21648" y="17318"/>
                </a:moveTo>
                <a:lnTo>
                  <a:pt x="21648" y="99580"/>
                </a:lnTo>
                <a:lnTo>
                  <a:pt x="82261" y="99580"/>
                </a:lnTo>
                <a:lnTo>
                  <a:pt x="82261" y="17318"/>
                </a:lnTo>
                <a:lnTo>
                  <a:pt x="21648" y="17318"/>
                </a:lnTo>
                <a:close/>
                <a:moveTo>
                  <a:pt x="51955" y="127722"/>
                </a:moveTo>
                <a:cubicBezTo>
                  <a:pt x="56744" y="127722"/>
                  <a:pt x="60614" y="123852"/>
                  <a:pt x="60614" y="119062"/>
                </a:cubicBezTo>
                <a:cubicBezTo>
                  <a:pt x="60614" y="114273"/>
                  <a:pt x="56744" y="110403"/>
                  <a:pt x="51955" y="110403"/>
                </a:cubicBezTo>
                <a:cubicBezTo>
                  <a:pt x="47165" y="110403"/>
                  <a:pt x="43295" y="114273"/>
                  <a:pt x="43295" y="119062"/>
                </a:cubicBezTo>
                <a:cubicBezTo>
                  <a:pt x="43295" y="123852"/>
                  <a:pt x="47165" y="127722"/>
                  <a:pt x="51955" y="1277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7432928" y="3567545"/>
            <a:ext cx="1324841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Социальные сети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32928" y="3810000"/>
            <a:ext cx="13508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500 000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999973" y="4185229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03909" y="51955"/>
                </a:moveTo>
                <a:cubicBezTo>
                  <a:pt x="118251" y="51955"/>
                  <a:pt x="129886" y="40319"/>
                  <a:pt x="129886" y="25977"/>
                </a:cubicBezTo>
                <a:cubicBezTo>
                  <a:pt x="129886" y="11636"/>
                  <a:pt x="118251" y="0"/>
                  <a:pt x="103909" y="0"/>
                </a:cubicBezTo>
                <a:cubicBezTo>
                  <a:pt x="89567" y="0"/>
                  <a:pt x="77932" y="11636"/>
                  <a:pt x="77932" y="25977"/>
                </a:cubicBezTo>
                <a:cubicBezTo>
                  <a:pt x="77932" y="27438"/>
                  <a:pt x="78067" y="28900"/>
                  <a:pt x="78284" y="30307"/>
                </a:cubicBezTo>
                <a:lnTo>
                  <a:pt x="43187" y="49817"/>
                </a:lnTo>
                <a:cubicBezTo>
                  <a:pt x="38614" y="45758"/>
                  <a:pt x="32580" y="43295"/>
                  <a:pt x="25977" y="43295"/>
                </a:cubicBezTo>
                <a:cubicBezTo>
                  <a:pt x="11636" y="43295"/>
                  <a:pt x="0" y="54931"/>
                  <a:pt x="0" y="69273"/>
                </a:cubicBezTo>
                <a:cubicBezTo>
                  <a:pt x="0" y="83614"/>
                  <a:pt x="11636" y="95250"/>
                  <a:pt x="25977" y="95250"/>
                </a:cubicBezTo>
                <a:cubicBezTo>
                  <a:pt x="32580" y="95250"/>
                  <a:pt x="38587" y="92788"/>
                  <a:pt x="43187" y="88729"/>
                </a:cubicBezTo>
                <a:lnTo>
                  <a:pt x="78284" y="108239"/>
                </a:lnTo>
                <a:cubicBezTo>
                  <a:pt x="78040" y="109646"/>
                  <a:pt x="77932" y="111080"/>
                  <a:pt x="77932" y="112568"/>
                </a:cubicBezTo>
                <a:cubicBezTo>
                  <a:pt x="77932" y="126910"/>
                  <a:pt x="89567" y="138545"/>
                  <a:pt x="103909" y="138545"/>
                </a:cubicBezTo>
                <a:cubicBezTo>
                  <a:pt x="118251" y="138545"/>
                  <a:pt x="129886" y="126910"/>
                  <a:pt x="129886" y="112568"/>
                </a:cubicBezTo>
                <a:cubicBezTo>
                  <a:pt x="129886" y="98227"/>
                  <a:pt x="118251" y="86591"/>
                  <a:pt x="103909" y="86591"/>
                </a:cubicBezTo>
                <a:cubicBezTo>
                  <a:pt x="97307" y="86591"/>
                  <a:pt x="91299" y="89053"/>
                  <a:pt x="86699" y="93112"/>
                </a:cubicBezTo>
                <a:lnTo>
                  <a:pt x="51603" y="73602"/>
                </a:lnTo>
                <a:cubicBezTo>
                  <a:pt x="51846" y="72195"/>
                  <a:pt x="51955" y="70761"/>
                  <a:pt x="51955" y="69273"/>
                </a:cubicBezTo>
                <a:cubicBezTo>
                  <a:pt x="51955" y="67784"/>
                  <a:pt x="51819" y="66350"/>
                  <a:pt x="51603" y="64943"/>
                </a:cubicBezTo>
                <a:lnTo>
                  <a:pt x="86699" y="45433"/>
                </a:lnTo>
                <a:cubicBezTo>
                  <a:pt x="91272" y="49492"/>
                  <a:pt x="97307" y="51955"/>
                  <a:pt x="103909" y="51955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9" name="Text 26"/>
          <p:cNvSpPr/>
          <p:nvPr/>
        </p:nvSpPr>
        <p:spPr>
          <a:xfrm>
            <a:off x="7203068" y="4156364"/>
            <a:ext cx="4576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Виральный эффект и узнаваемость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26792" y="4606636"/>
            <a:ext cx="5022273" cy="1073727"/>
          </a:xfrm>
          <a:custGeom>
            <a:avLst/>
            <a:gdLst/>
            <a:ahLst/>
            <a:cxnLst/>
            <a:rect l="l" t="t" r="r" b="b"/>
            <a:pathLst>
              <a:path w="5022273" h="1073727">
                <a:moveTo>
                  <a:pt x="34636" y="0"/>
                </a:moveTo>
                <a:lnTo>
                  <a:pt x="4918368" y="0"/>
                </a:lnTo>
                <a:cubicBezTo>
                  <a:pt x="4975753" y="0"/>
                  <a:pt x="5022273" y="46520"/>
                  <a:pt x="5022273" y="103905"/>
                </a:cubicBezTo>
                <a:lnTo>
                  <a:pt x="5022273" y="969823"/>
                </a:lnTo>
                <a:cubicBezTo>
                  <a:pt x="5022273" y="1027208"/>
                  <a:pt x="4975753" y="1073727"/>
                  <a:pt x="4918368" y="1073727"/>
                </a:cubicBez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26792" y="4606636"/>
            <a:ext cx="34636" cy="1073727"/>
          </a:xfrm>
          <a:custGeom>
            <a:avLst/>
            <a:gdLst/>
            <a:ahLst/>
            <a:cxnLst/>
            <a:rect l="l" t="t" r="r" b="b"/>
            <a:pathLst>
              <a:path w="34636" h="1073727">
                <a:moveTo>
                  <a:pt x="34636" y="0"/>
                </a:moveTo>
                <a:lnTo>
                  <a:pt x="34636" y="0"/>
                </a:lnTo>
                <a:lnTo>
                  <a:pt x="34636" y="1073727"/>
                </a:ln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32" name="Shape 29"/>
          <p:cNvSpPr/>
          <p:nvPr/>
        </p:nvSpPr>
        <p:spPr>
          <a:xfrm>
            <a:off x="6982655" y="4831773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33" name="Shape 30"/>
          <p:cNvSpPr/>
          <p:nvPr/>
        </p:nvSpPr>
        <p:spPr>
          <a:xfrm>
            <a:off x="7086564" y="4935682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26639" y="1894"/>
                </a:moveTo>
                <a:cubicBezTo>
                  <a:pt x="128696" y="3545"/>
                  <a:pt x="129886" y="6034"/>
                  <a:pt x="129886" y="8659"/>
                </a:cubicBezTo>
                <a:lnTo>
                  <a:pt x="129886" y="90920"/>
                </a:lnTo>
                <a:cubicBezTo>
                  <a:pt x="129886" y="102881"/>
                  <a:pt x="118251" y="112568"/>
                  <a:pt x="103909" y="112568"/>
                </a:cubicBezTo>
                <a:cubicBezTo>
                  <a:pt x="89567" y="112568"/>
                  <a:pt x="77932" y="102881"/>
                  <a:pt x="77932" y="90920"/>
                </a:cubicBezTo>
                <a:cubicBezTo>
                  <a:pt x="77932" y="78960"/>
                  <a:pt x="89567" y="69273"/>
                  <a:pt x="103909" y="69273"/>
                </a:cubicBezTo>
                <a:cubicBezTo>
                  <a:pt x="106940" y="69273"/>
                  <a:pt x="109862" y="69706"/>
                  <a:pt x="112568" y="70517"/>
                </a:cubicBezTo>
                <a:lnTo>
                  <a:pt x="112568" y="38939"/>
                </a:lnTo>
                <a:lnTo>
                  <a:pt x="51955" y="52415"/>
                </a:lnTo>
                <a:lnTo>
                  <a:pt x="51955" y="108239"/>
                </a:lnTo>
                <a:cubicBezTo>
                  <a:pt x="51955" y="120199"/>
                  <a:pt x="40319" y="129886"/>
                  <a:pt x="25977" y="129886"/>
                </a:cubicBezTo>
                <a:cubicBezTo>
                  <a:pt x="11636" y="129886"/>
                  <a:pt x="0" y="120199"/>
                  <a:pt x="0" y="108239"/>
                </a:cubicBezTo>
                <a:cubicBezTo>
                  <a:pt x="0" y="96278"/>
                  <a:pt x="11636" y="86591"/>
                  <a:pt x="25977" y="86591"/>
                </a:cubicBezTo>
                <a:cubicBezTo>
                  <a:pt x="29008" y="86591"/>
                  <a:pt x="31930" y="87024"/>
                  <a:pt x="34636" y="87836"/>
                </a:cubicBezTo>
                <a:lnTo>
                  <a:pt x="34636" y="25977"/>
                </a:lnTo>
                <a:cubicBezTo>
                  <a:pt x="34636" y="21918"/>
                  <a:pt x="37451" y="18401"/>
                  <a:pt x="41428" y="17535"/>
                </a:cubicBezTo>
                <a:lnTo>
                  <a:pt x="119360" y="216"/>
                </a:lnTo>
                <a:cubicBezTo>
                  <a:pt x="121931" y="-352"/>
                  <a:pt x="124610" y="271"/>
                  <a:pt x="126666" y="19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7432928" y="4745182"/>
            <a:ext cx="14547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Зрители концертов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32928" y="4987636"/>
            <a:ext cx="148070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300 000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91314" y="5362865"/>
            <a:ext cx="155864" cy="138545"/>
          </a:xfrm>
          <a:custGeom>
            <a:avLst/>
            <a:gdLst/>
            <a:ahLst/>
            <a:cxnLst/>
            <a:rect l="l" t="t" r="r" b="b"/>
            <a:pathLst>
              <a:path w="155864" h="138545">
                <a:moveTo>
                  <a:pt x="77932" y="8659"/>
                </a:moveTo>
                <a:cubicBezTo>
                  <a:pt x="56068" y="8659"/>
                  <a:pt x="38560" y="18617"/>
                  <a:pt x="25815" y="30469"/>
                </a:cubicBezTo>
                <a:cubicBezTo>
                  <a:pt x="13151" y="42240"/>
                  <a:pt x="4681" y="56284"/>
                  <a:pt x="649" y="65944"/>
                </a:cubicBezTo>
                <a:cubicBezTo>
                  <a:pt x="-244" y="68082"/>
                  <a:pt x="-244" y="70463"/>
                  <a:pt x="649" y="72601"/>
                </a:cubicBezTo>
                <a:cubicBezTo>
                  <a:pt x="4681" y="82261"/>
                  <a:pt x="13151" y="96332"/>
                  <a:pt x="25815" y="108076"/>
                </a:cubicBezTo>
                <a:cubicBezTo>
                  <a:pt x="38560" y="119901"/>
                  <a:pt x="56068" y="129886"/>
                  <a:pt x="77932" y="129886"/>
                </a:cubicBezTo>
                <a:cubicBezTo>
                  <a:pt x="99796" y="129886"/>
                  <a:pt x="117304" y="119928"/>
                  <a:pt x="130049" y="108076"/>
                </a:cubicBezTo>
                <a:cubicBezTo>
                  <a:pt x="142713" y="96305"/>
                  <a:pt x="151182" y="82261"/>
                  <a:pt x="155214" y="72601"/>
                </a:cubicBezTo>
                <a:cubicBezTo>
                  <a:pt x="156107" y="70463"/>
                  <a:pt x="156107" y="68082"/>
                  <a:pt x="155214" y="65944"/>
                </a:cubicBezTo>
                <a:cubicBezTo>
                  <a:pt x="151182" y="56284"/>
                  <a:pt x="142713" y="42213"/>
                  <a:pt x="130049" y="30469"/>
                </a:cubicBezTo>
                <a:cubicBezTo>
                  <a:pt x="117304" y="18644"/>
                  <a:pt x="99796" y="8659"/>
                  <a:pt x="77932" y="8659"/>
                </a:cubicBezTo>
                <a:close/>
                <a:moveTo>
                  <a:pt x="38966" y="69273"/>
                </a:moveTo>
                <a:cubicBezTo>
                  <a:pt x="38966" y="47767"/>
                  <a:pt x="56426" y="30307"/>
                  <a:pt x="77932" y="30307"/>
                </a:cubicBezTo>
                <a:cubicBezTo>
                  <a:pt x="99438" y="30307"/>
                  <a:pt x="116898" y="47767"/>
                  <a:pt x="116898" y="69273"/>
                </a:cubicBezTo>
                <a:cubicBezTo>
                  <a:pt x="116898" y="90779"/>
                  <a:pt x="99438" y="108239"/>
                  <a:pt x="77932" y="108239"/>
                </a:cubicBezTo>
                <a:cubicBezTo>
                  <a:pt x="56426" y="108239"/>
                  <a:pt x="38966" y="90779"/>
                  <a:pt x="38966" y="69273"/>
                </a:cubicBezTo>
                <a:close/>
                <a:moveTo>
                  <a:pt x="77932" y="51955"/>
                </a:moveTo>
                <a:cubicBezTo>
                  <a:pt x="77932" y="61507"/>
                  <a:pt x="70166" y="69273"/>
                  <a:pt x="60614" y="69273"/>
                </a:cubicBezTo>
                <a:cubicBezTo>
                  <a:pt x="57502" y="69273"/>
                  <a:pt x="54579" y="68461"/>
                  <a:pt x="52036" y="67000"/>
                </a:cubicBezTo>
                <a:cubicBezTo>
                  <a:pt x="51765" y="69949"/>
                  <a:pt x="52009" y="72980"/>
                  <a:pt x="52820" y="75984"/>
                </a:cubicBezTo>
                <a:cubicBezTo>
                  <a:pt x="56528" y="89838"/>
                  <a:pt x="70788" y="98064"/>
                  <a:pt x="84643" y="94357"/>
                </a:cubicBezTo>
                <a:cubicBezTo>
                  <a:pt x="98497" y="90650"/>
                  <a:pt x="106723" y="76389"/>
                  <a:pt x="103016" y="62535"/>
                </a:cubicBezTo>
                <a:cubicBezTo>
                  <a:pt x="99715" y="50169"/>
                  <a:pt x="87998" y="42294"/>
                  <a:pt x="75659" y="43377"/>
                </a:cubicBezTo>
                <a:cubicBezTo>
                  <a:pt x="77093" y="45893"/>
                  <a:pt x="77932" y="48816"/>
                  <a:pt x="77932" y="51955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37" name="Text 34"/>
          <p:cNvSpPr/>
          <p:nvPr/>
        </p:nvSpPr>
        <p:spPr>
          <a:xfrm>
            <a:off x="7203068" y="5334000"/>
            <a:ext cx="4576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Повышение узнаваемости бренда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826792" y="5784273"/>
            <a:ext cx="5022273" cy="1073727"/>
          </a:xfrm>
          <a:custGeom>
            <a:avLst/>
            <a:gdLst/>
            <a:ahLst/>
            <a:cxnLst/>
            <a:rect l="l" t="t" r="r" b="b"/>
            <a:pathLst>
              <a:path w="5022273" h="1073727">
                <a:moveTo>
                  <a:pt x="34636" y="0"/>
                </a:moveTo>
                <a:lnTo>
                  <a:pt x="4918368" y="0"/>
                </a:lnTo>
                <a:cubicBezTo>
                  <a:pt x="4975753" y="0"/>
                  <a:pt x="5022273" y="46520"/>
                  <a:pt x="5022273" y="103905"/>
                </a:cubicBezTo>
                <a:lnTo>
                  <a:pt x="5022273" y="969823"/>
                </a:lnTo>
                <a:cubicBezTo>
                  <a:pt x="5022273" y="1027208"/>
                  <a:pt x="4975753" y="1073727"/>
                  <a:pt x="4918368" y="1073727"/>
                </a:cubicBez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26792" y="5784273"/>
            <a:ext cx="34636" cy="1073727"/>
          </a:xfrm>
          <a:custGeom>
            <a:avLst/>
            <a:gdLst/>
            <a:ahLst/>
            <a:cxnLst/>
            <a:rect l="l" t="t" r="r" b="b"/>
            <a:pathLst>
              <a:path w="34636" h="1073727">
                <a:moveTo>
                  <a:pt x="34636" y="0"/>
                </a:moveTo>
                <a:lnTo>
                  <a:pt x="34636" y="0"/>
                </a:lnTo>
                <a:lnTo>
                  <a:pt x="34636" y="1073727"/>
                </a:lnTo>
                <a:lnTo>
                  <a:pt x="34636" y="1073727"/>
                </a:lnTo>
                <a:cubicBezTo>
                  <a:pt x="15507" y="1073727"/>
                  <a:pt x="0" y="1058220"/>
                  <a:pt x="0" y="1039091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40" name="Shape 37"/>
          <p:cNvSpPr/>
          <p:nvPr/>
        </p:nvSpPr>
        <p:spPr>
          <a:xfrm>
            <a:off x="6982655" y="6009409"/>
            <a:ext cx="346364" cy="346364"/>
          </a:xfrm>
          <a:custGeom>
            <a:avLst/>
            <a:gdLst/>
            <a:ahLst/>
            <a:cxnLst/>
            <a:rect l="l" t="t" r="r" b="b"/>
            <a:pathLst>
              <a:path w="346364" h="346364">
                <a:moveTo>
                  <a:pt x="69273" y="0"/>
                </a:moveTo>
                <a:lnTo>
                  <a:pt x="277091" y="0"/>
                </a:lnTo>
                <a:cubicBezTo>
                  <a:pt x="315324" y="0"/>
                  <a:pt x="346364" y="31040"/>
                  <a:pt x="346364" y="69273"/>
                </a:cubicBezTo>
                <a:lnTo>
                  <a:pt x="346364" y="277091"/>
                </a:lnTo>
                <a:cubicBezTo>
                  <a:pt x="346364" y="315324"/>
                  <a:pt x="315324" y="346364"/>
                  <a:pt x="277091" y="346364"/>
                </a:cubicBezTo>
                <a:lnTo>
                  <a:pt x="69273" y="346364"/>
                </a:lnTo>
                <a:cubicBezTo>
                  <a:pt x="31040" y="346364"/>
                  <a:pt x="0" y="315324"/>
                  <a:pt x="0" y="277091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41" name="Shape 38"/>
          <p:cNvSpPr/>
          <p:nvPr/>
        </p:nvSpPr>
        <p:spPr>
          <a:xfrm>
            <a:off x="7086564" y="6113318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7832" y="61831"/>
                </a:moveTo>
                <a:cubicBezTo>
                  <a:pt x="21431" y="36666"/>
                  <a:pt x="43106" y="17318"/>
                  <a:pt x="69273" y="17318"/>
                </a:cubicBezTo>
                <a:cubicBezTo>
                  <a:pt x="83614" y="17318"/>
                  <a:pt x="96603" y="23136"/>
                  <a:pt x="106020" y="32526"/>
                </a:cubicBezTo>
                <a:cubicBezTo>
                  <a:pt x="106074" y="32580"/>
                  <a:pt x="106128" y="32634"/>
                  <a:pt x="106182" y="32688"/>
                </a:cubicBezTo>
                <a:lnTo>
                  <a:pt x="108239" y="34636"/>
                </a:lnTo>
                <a:lnTo>
                  <a:pt x="95277" y="34636"/>
                </a:lnTo>
                <a:cubicBezTo>
                  <a:pt x="90488" y="34636"/>
                  <a:pt x="86618" y="38506"/>
                  <a:pt x="86618" y="43295"/>
                </a:cubicBezTo>
                <a:cubicBezTo>
                  <a:pt x="86618" y="48085"/>
                  <a:pt x="90488" y="51955"/>
                  <a:pt x="95277" y="51955"/>
                </a:cubicBezTo>
                <a:lnTo>
                  <a:pt x="129913" y="51955"/>
                </a:lnTo>
                <a:cubicBezTo>
                  <a:pt x="134703" y="51955"/>
                  <a:pt x="138573" y="48085"/>
                  <a:pt x="138573" y="43295"/>
                </a:cubicBezTo>
                <a:lnTo>
                  <a:pt x="138573" y="8659"/>
                </a:lnTo>
                <a:cubicBezTo>
                  <a:pt x="138573" y="3870"/>
                  <a:pt x="134703" y="0"/>
                  <a:pt x="129913" y="0"/>
                </a:cubicBezTo>
                <a:cubicBezTo>
                  <a:pt x="125124" y="0"/>
                  <a:pt x="121254" y="3870"/>
                  <a:pt x="121254" y="8659"/>
                </a:cubicBezTo>
                <a:lnTo>
                  <a:pt x="121254" y="23109"/>
                </a:lnTo>
                <a:lnTo>
                  <a:pt x="118197" y="20214"/>
                </a:lnTo>
                <a:cubicBezTo>
                  <a:pt x="105668" y="7739"/>
                  <a:pt x="88350" y="0"/>
                  <a:pt x="69273" y="0"/>
                </a:cubicBezTo>
                <a:cubicBezTo>
                  <a:pt x="34366" y="0"/>
                  <a:pt x="5493" y="25815"/>
                  <a:pt x="704" y="59396"/>
                </a:cubicBezTo>
                <a:cubicBezTo>
                  <a:pt x="27" y="64131"/>
                  <a:pt x="3301" y="68515"/>
                  <a:pt x="8037" y="69192"/>
                </a:cubicBezTo>
                <a:cubicBezTo>
                  <a:pt x="12772" y="69868"/>
                  <a:pt x="17156" y="66567"/>
                  <a:pt x="17832" y="61858"/>
                </a:cubicBezTo>
                <a:close/>
                <a:moveTo>
                  <a:pt x="137842" y="79150"/>
                </a:moveTo>
                <a:cubicBezTo>
                  <a:pt x="138518" y="74414"/>
                  <a:pt x="135217" y="70030"/>
                  <a:pt x="130509" y="69354"/>
                </a:cubicBezTo>
                <a:cubicBezTo>
                  <a:pt x="125800" y="68677"/>
                  <a:pt x="121390" y="71979"/>
                  <a:pt x="120713" y="76687"/>
                </a:cubicBezTo>
                <a:cubicBezTo>
                  <a:pt x="117114" y="101853"/>
                  <a:pt x="95439" y="121200"/>
                  <a:pt x="69273" y="121200"/>
                </a:cubicBezTo>
                <a:cubicBezTo>
                  <a:pt x="54931" y="121200"/>
                  <a:pt x="41942" y="115382"/>
                  <a:pt x="32526" y="105993"/>
                </a:cubicBezTo>
                <a:cubicBezTo>
                  <a:pt x="32472" y="105939"/>
                  <a:pt x="32417" y="105884"/>
                  <a:pt x="32363" y="105830"/>
                </a:cubicBezTo>
                <a:lnTo>
                  <a:pt x="30307" y="103882"/>
                </a:lnTo>
                <a:lnTo>
                  <a:pt x="43268" y="103882"/>
                </a:lnTo>
                <a:cubicBezTo>
                  <a:pt x="48058" y="103882"/>
                  <a:pt x="51927" y="100013"/>
                  <a:pt x="51927" y="95223"/>
                </a:cubicBezTo>
                <a:cubicBezTo>
                  <a:pt x="51927" y="90433"/>
                  <a:pt x="48058" y="86564"/>
                  <a:pt x="43268" y="86564"/>
                </a:cubicBezTo>
                <a:lnTo>
                  <a:pt x="8659" y="86591"/>
                </a:lnTo>
                <a:cubicBezTo>
                  <a:pt x="6359" y="86591"/>
                  <a:pt x="4140" y="87511"/>
                  <a:pt x="2517" y="89162"/>
                </a:cubicBezTo>
                <a:cubicBezTo>
                  <a:pt x="893" y="90812"/>
                  <a:pt x="-27" y="93004"/>
                  <a:pt x="0" y="95331"/>
                </a:cubicBezTo>
                <a:lnTo>
                  <a:pt x="271" y="129697"/>
                </a:lnTo>
                <a:cubicBezTo>
                  <a:pt x="298" y="134487"/>
                  <a:pt x="4221" y="138329"/>
                  <a:pt x="9011" y="138275"/>
                </a:cubicBezTo>
                <a:cubicBezTo>
                  <a:pt x="13800" y="138221"/>
                  <a:pt x="17643" y="134324"/>
                  <a:pt x="17589" y="129535"/>
                </a:cubicBezTo>
                <a:lnTo>
                  <a:pt x="17481" y="115599"/>
                </a:lnTo>
                <a:lnTo>
                  <a:pt x="20376" y="118332"/>
                </a:lnTo>
                <a:cubicBezTo>
                  <a:pt x="32905" y="130806"/>
                  <a:pt x="50196" y="138545"/>
                  <a:pt x="69273" y="138545"/>
                </a:cubicBezTo>
                <a:cubicBezTo>
                  <a:pt x="104180" y="138545"/>
                  <a:pt x="133052" y="112731"/>
                  <a:pt x="137842" y="79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7432928" y="5922818"/>
            <a:ext cx="1411432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Печатные буклеты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32928" y="6165273"/>
            <a:ext cx="1437409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50 000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982655" y="6540501"/>
            <a:ext cx="173182" cy="138545"/>
          </a:xfrm>
          <a:custGeom>
            <a:avLst/>
            <a:gdLst/>
            <a:ahLst/>
            <a:cxnLst/>
            <a:rect l="l" t="t" r="r" b="b"/>
            <a:pathLst>
              <a:path w="173182" h="138545">
                <a:moveTo>
                  <a:pt x="36801" y="34636"/>
                </a:moveTo>
                <a:cubicBezTo>
                  <a:pt x="36801" y="16715"/>
                  <a:pt x="51351" y="2165"/>
                  <a:pt x="69273" y="2165"/>
                </a:cubicBezTo>
                <a:cubicBezTo>
                  <a:pt x="87194" y="2165"/>
                  <a:pt x="101744" y="16715"/>
                  <a:pt x="101744" y="34636"/>
                </a:cubicBezTo>
                <a:cubicBezTo>
                  <a:pt x="101744" y="52558"/>
                  <a:pt x="87194" y="67108"/>
                  <a:pt x="69273" y="67108"/>
                </a:cubicBezTo>
                <a:cubicBezTo>
                  <a:pt x="51351" y="67108"/>
                  <a:pt x="36801" y="52558"/>
                  <a:pt x="36801" y="34636"/>
                </a:cubicBezTo>
                <a:close/>
                <a:moveTo>
                  <a:pt x="12989" y="130509"/>
                </a:moveTo>
                <a:cubicBezTo>
                  <a:pt x="12989" y="103855"/>
                  <a:pt x="34582" y="82261"/>
                  <a:pt x="61236" y="82261"/>
                </a:cubicBezTo>
                <a:lnTo>
                  <a:pt x="77309" y="82261"/>
                </a:lnTo>
                <a:cubicBezTo>
                  <a:pt x="103963" y="82261"/>
                  <a:pt x="125557" y="103855"/>
                  <a:pt x="125557" y="130509"/>
                </a:cubicBezTo>
                <a:cubicBezTo>
                  <a:pt x="125557" y="134947"/>
                  <a:pt x="121958" y="138545"/>
                  <a:pt x="117520" y="138545"/>
                </a:cubicBezTo>
                <a:lnTo>
                  <a:pt x="21025" y="138545"/>
                </a:lnTo>
                <a:cubicBezTo>
                  <a:pt x="16588" y="138545"/>
                  <a:pt x="12989" y="134947"/>
                  <a:pt x="12989" y="130509"/>
                </a:cubicBezTo>
                <a:close/>
                <a:moveTo>
                  <a:pt x="147205" y="25977"/>
                </a:moveTo>
                <a:cubicBezTo>
                  <a:pt x="150803" y="25977"/>
                  <a:pt x="153699" y="28873"/>
                  <a:pt x="153699" y="32472"/>
                </a:cubicBezTo>
                <a:lnTo>
                  <a:pt x="153699" y="45460"/>
                </a:lnTo>
                <a:lnTo>
                  <a:pt x="166688" y="45460"/>
                </a:lnTo>
                <a:cubicBezTo>
                  <a:pt x="170286" y="45460"/>
                  <a:pt x="173182" y="48356"/>
                  <a:pt x="173182" y="51955"/>
                </a:cubicBezTo>
                <a:cubicBezTo>
                  <a:pt x="173182" y="55553"/>
                  <a:pt x="170286" y="58449"/>
                  <a:pt x="166688" y="58449"/>
                </a:cubicBezTo>
                <a:lnTo>
                  <a:pt x="153699" y="58449"/>
                </a:lnTo>
                <a:lnTo>
                  <a:pt x="153699" y="71437"/>
                </a:lnTo>
                <a:cubicBezTo>
                  <a:pt x="153699" y="75036"/>
                  <a:pt x="150803" y="77932"/>
                  <a:pt x="147205" y="77932"/>
                </a:cubicBezTo>
                <a:cubicBezTo>
                  <a:pt x="143606" y="77932"/>
                  <a:pt x="140710" y="75036"/>
                  <a:pt x="140710" y="71437"/>
                </a:cubicBezTo>
                <a:lnTo>
                  <a:pt x="140710" y="58449"/>
                </a:lnTo>
                <a:lnTo>
                  <a:pt x="127722" y="58449"/>
                </a:lnTo>
                <a:cubicBezTo>
                  <a:pt x="124123" y="58449"/>
                  <a:pt x="121227" y="55553"/>
                  <a:pt x="121227" y="51955"/>
                </a:cubicBezTo>
                <a:cubicBezTo>
                  <a:pt x="121227" y="48356"/>
                  <a:pt x="124123" y="45460"/>
                  <a:pt x="127722" y="45460"/>
                </a:cubicBezTo>
                <a:lnTo>
                  <a:pt x="140710" y="45460"/>
                </a:lnTo>
                <a:lnTo>
                  <a:pt x="140710" y="32472"/>
                </a:lnTo>
                <a:cubicBezTo>
                  <a:pt x="140710" y="28873"/>
                  <a:pt x="143606" y="25977"/>
                  <a:pt x="147205" y="25977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45" name="Text 42"/>
          <p:cNvSpPr/>
          <p:nvPr/>
        </p:nvSpPr>
        <p:spPr>
          <a:xfrm>
            <a:off x="7203068" y="6511636"/>
            <a:ext cx="45767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Регистрации новых участников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География проекта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локации для максимального вовлечения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9540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229094"/>
                </a:lnTo>
                <a:cubicBezTo>
                  <a:pt x="3705225" y="4292223"/>
                  <a:pt x="3654048" y="4343400"/>
                  <a:pt x="3590919" y="4343400"/>
                </a:cubicBezTo>
                <a:lnTo>
                  <a:pt x="114306" y="4343400"/>
                </a:lnTo>
                <a:cubicBezTo>
                  <a:pt x="51177" y="4343400"/>
                  <a:pt x="0" y="4292223"/>
                  <a:pt x="0" y="42290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web-img.moonshot.cn/img/static.themoscowtimes.com/254cfd05e534766ca4fed8f4337b1ec17b114f23.jpg">    </p:cNvPr>
          <p:cNvPicPr>
            <a:picLocks noChangeAspect="1"/>
          </p:cNvPicPr>
          <p:nvPr/>
        </p:nvPicPr>
        <p:blipFill>
          <a:blip r:embed="rId1"/>
          <a:srcRect l="0" r="0" t="20751" b="20751"/>
          <a:stretch/>
        </p:blipFill>
        <p:spPr>
          <a:xfrm>
            <a:off x="381000" y="1295400"/>
            <a:ext cx="3705225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334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8" name="Shape 5"/>
          <p:cNvSpPr/>
          <p:nvPr/>
        </p:nvSpPr>
        <p:spPr>
          <a:xfrm>
            <a:off x="638175" y="2781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272415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Парк Горького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3124200"/>
            <a:ext cx="3400425" cy="266700"/>
          </a:xfrm>
          <a:custGeom>
            <a:avLst/>
            <a:gdLst/>
            <a:ahLst/>
            <a:cxnLst/>
            <a:rect l="l" t="t" r="r" b="b"/>
            <a:pathLst>
              <a:path w="3400425" h="266700">
                <a:moveTo>
                  <a:pt x="76199" y="0"/>
                </a:moveTo>
                <a:lnTo>
                  <a:pt x="3324226" y="0"/>
                </a:lnTo>
                <a:cubicBezTo>
                  <a:pt x="3366281" y="0"/>
                  <a:pt x="3400425" y="34144"/>
                  <a:pt x="3400425" y="76199"/>
                </a:cubicBezTo>
                <a:lnTo>
                  <a:pt x="3400425" y="190501"/>
                </a:lnTo>
                <a:cubicBezTo>
                  <a:pt x="3400425" y="232556"/>
                  <a:pt x="3366281" y="266700"/>
                  <a:pt x="33242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E6F68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3162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Медиарубка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2450" y="36438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" y="360571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Запись в проект «Московское долголетие»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2450" y="422592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" y="4187826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Интервью с амбассадорами проекта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2450" y="48079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" y="4769844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Прямые эфиры и фото-зоны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3400" y="5216527"/>
            <a:ext cx="3400425" cy="6350"/>
          </a:xfrm>
          <a:custGeom>
            <a:avLst/>
            <a:gdLst/>
            <a:ahLst/>
            <a:cxnLst/>
            <a:rect l="l" t="t" r="r" b="b"/>
            <a:pathLst>
              <a:path w="3400425" h="6350">
                <a:moveTo>
                  <a:pt x="0" y="0"/>
                </a:moveTo>
                <a:lnTo>
                  <a:pt x="3400425" y="0"/>
                </a:lnTo>
                <a:lnTo>
                  <a:pt x="3400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E6F68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35781" y="5321301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0" name="Text 17"/>
          <p:cNvSpPr/>
          <p:nvPr/>
        </p:nvSpPr>
        <p:spPr>
          <a:xfrm>
            <a:off x="733425" y="52959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ЦА: новые участники 55+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41800" y="129540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229094"/>
                </a:lnTo>
                <a:cubicBezTo>
                  <a:pt x="3705225" y="4292223"/>
                  <a:pt x="3654048" y="4343400"/>
                  <a:pt x="3590919" y="4343400"/>
                </a:cubicBezTo>
                <a:lnTo>
                  <a:pt x="114306" y="4343400"/>
                </a:lnTo>
                <a:cubicBezTo>
                  <a:pt x="51177" y="4343400"/>
                  <a:pt x="0" y="4292223"/>
                  <a:pt x="0" y="42290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pic>
        <p:nvPicPr>
          <p:cNvPr id="22" name="Image 1" descr="https://kimi-web-img.moonshot.cn/img/www.rusalia.com/16665d729718ef556cb82c8bae9b22182da4eb53.jpg">    </p:cNvPr>
          <p:cNvPicPr>
            <a:picLocks noChangeAspect="1"/>
          </p:cNvPicPr>
          <p:nvPr/>
        </p:nvPicPr>
        <p:blipFill>
          <a:blip r:embed="rId2"/>
          <a:srcRect l="0" r="0" t="33145" b="33145"/>
          <a:stretch/>
        </p:blipFill>
        <p:spPr>
          <a:xfrm>
            <a:off x="4241800" y="1295400"/>
            <a:ext cx="3705225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23" name="Shape 19"/>
          <p:cNvSpPr/>
          <p:nvPr/>
        </p:nvSpPr>
        <p:spPr>
          <a:xfrm>
            <a:off x="43942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4" name="Shape 20"/>
          <p:cNvSpPr/>
          <p:nvPr/>
        </p:nvSpPr>
        <p:spPr>
          <a:xfrm>
            <a:off x="4508500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0006" y="16669"/>
                </a:moveTo>
                <a:lnTo>
                  <a:pt x="50006" y="28575"/>
                </a:lnTo>
                <a:lnTo>
                  <a:pt x="26759" y="28575"/>
                </a:lnTo>
                <a:cubicBezTo>
                  <a:pt x="22503" y="28575"/>
                  <a:pt x="19050" y="32028"/>
                  <a:pt x="19050" y="36284"/>
                </a:cubicBezTo>
                <a:cubicBezTo>
                  <a:pt x="19050" y="37475"/>
                  <a:pt x="19318" y="38666"/>
                  <a:pt x="19854" y="39737"/>
                </a:cubicBezTo>
                <a:lnTo>
                  <a:pt x="29795" y="59621"/>
                </a:lnTo>
                <a:cubicBezTo>
                  <a:pt x="26402" y="60156"/>
                  <a:pt x="23783" y="63103"/>
                  <a:pt x="23783" y="66675"/>
                </a:cubicBezTo>
                <a:cubicBezTo>
                  <a:pt x="23783" y="70634"/>
                  <a:pt x="26968" y="73819"/>
                  <a:pt x="30926" y="73819"/>
                </a:cubicBezTo>
                <a:lnTo>
                  <a:pt x="32593" y="73819"/>
                </a:lnTo>
                <a:lnTo>
                  <a:pt x="28545" y="114300"/>
                </a:lnTo>
                <a:lnTo>
                  <a:pt x="11817" y="135225"/>
                </a:lnTo>
                <a:cubicBezTo>
                  <a:pt x="10329" y="137100"/>
                  <a:pt x="9495" y="139422"/>
                  <a:pt x="9495" y="141833"/>
                </a:cubicBezTo>
                <a:cubicBezTo>
                  <a:pt x="9495" y="147667"/>
                  <a:pt x="14228" y="152400"/>
                  <a:pt x="20062" y="152400"/>
                </a:cubicBezTo>
                <a:lnTo>
                  <a:pt x="94149" y="152400"/>
                </a:lnTo>
                <a:cubicBezTo>
                  <a:pt x="99983" y="152400"/>
                  <a:pt x="104715" y="147667"/>
                  <a:pt x="104715" y="141833"/>
                </a:cubicBezTo>
                <a:cubicBezTo>
                  <a:pt x="104715" y="139422"/>
                  <a:pt x="103912" y="137100"/>
                  <a:pt x="102394" y="135225"/>
                </a:cubicBezTo>
                <a:lnTo>
                  <a:pt x="85725" y="114300"/>
                </a:lnTo>
                <a:lnTo>
                  <a:pt x="81677" y="73819"/>
                </a:lnTo>
                <a:lnTo>
                  <a:pt x="83344" y="73819"/>
                </a:lnTo>
                <a:cubicBezTo>
                  <a:pt x="87303" y="73819"/>
                  <a:pt x="90488" y="70634"/>
                  <a:pt x="90488" y="66675"/>
                </a:cubicBezTo>
                <a:cubicBezTo>
                  <a:pt x="90488" y="63133"/>
                  <a:pt x="87898" y="60156"/>
                  <a:pt x="84475" y="59621"/>
                </a:cubicBezTo>
                <a:lnTo>
                  <a:pt x="94417" y="39737"/>
                </a:lnTo>
                <a:cubicBezTo>
                  <a:pt x="94952" y="38666"/>
                  <a:pt x="95220" y="37475"/>
                  <a:pt x="95220" y="36284"/>
                </a:cubicBezTo>
                <a:cubicBezTo>
                  <a:pt x="95220" y="32028"/>
                  <a:pt x="91767" y="28575"/>
                  <a:pt x="87511" y="28575"/>
                </a:cubicBezTo>
                <a:lnTo>
                  <a:pt x="64264" y="28575"/>
                </a:lnTo>
                <a:lnTo>
                  <a:pt x="64264" y="16669"/>
                </a:lnTo>
                <a:lnTo>
                  <a:pt x="69026" y="16669"/>
                </a:lnTo>
                <a:cubicBezTo>
                  <a:pt x="72985" y="16669"/>
                  <a:pt x="76170" y="13484"/>
                  <a:pt x="76170" y="9525"/>
                </a:cubicBezTo>
                <a:cubicBezTo>
                  <a:pt x="76170" y="5566"/>
                  <a:pt x="73015" y="2381"/>
                  <a:pt x="69056" y="2381"/>
                </a:cubicBezTo>
                <a:lnTo>
                  <a:pt x="64294" y="2381"/>
                </a:lnTo>
                <a:lnTo>
                  <a:pt x="64294" y="-2381"/>
                </a:lnTo>
                <a:cubicBezTo>
                  <a:pt x="64294" y="-6340"/>
                  <a:pt x="61109" y="-9525"/>
                  <a:pt x="57150" y="-9525"/>
                </a:cubicBezTo>
                <a:cubicBezTo>
                  <a:pt x="53191" y="-9525"/>
                  <a:pt x="50006" y="-6340"/>
                  <a:pt x="50006" y="-2381"/>
                </a:cubicBezTo>
                <a:lnTo>
                  <a:pt x="50006" y="2381"/>
                </a:lnTo>
                <a:lnTo>
                  <a:pt x="45244" y="2381"/>
                </a:lnTo>
                <a:cubicBezTo>
                  <a:pt x="41285" y="2381"/>
                  <a:pt x="38100" y="5566"/>
                  <a:pt x="38100" y="9525"/>
                </a:cubicBezTo>
                <a:cubicBezTo>
                  <a:pt x="38100" y="13484"/>
                  <a:pt x="41285" y="16669"/>
                  <a:pt x="45244" y="16669"/>
                </a:cubicBezTo>
                <a:lnTo>
                  <a:pt x="50006" y="16669"/>
                </a:lnTo>
                <a:close/>
                <a:moveTo>
                  <a:pt x="96976" y="83225"/>
                </a:moveTo>
                <a:lnTo>
                  <a:pt x="99506" y="108674"/>
                </a:lnTo>
                <a:lnTo>
                  <a:pt x="113615" y="126296"/>
                </a:lnTo>
                <a:lnTo>
                  <a:pt x="114866" y="127992"/>
                </a:lnTo>
                <a:cubicBezTo>
                  <a:pt x="117604" y="132070"/>
                  <a:pt x="119062" y="136892"/>
                  <a:pt x="119062" y="141833"/>
                </a:cubicBezTo>
                <a:cubicBezTo>
                  <a:pt x="119062" y="145613"/>
                  <a:pt x="118229" y="149215"/>
                  <a:pt x="116711" y="152400"/>
                </a:cubicBezTo>
                <a:lnTo>
                  <a:pt x="141446" y="152400"/>
                </a:lnTo>
                <a:cubicBezTo>
                  <a:pt x="147489" y="152400"/>
                  <a:pt x="152400" y="147489"/>
                  <a:pt x="152400" y="141446"/>
                </a:cubicBezTo>
                <a:cubicBezTo>
                  <a:pt x="152400" y="139273"/>
                  <a:pt x="151745" y="137160"/>
                  <a:pt x="150555" y="135374"/>
                </a:cubicBezTo>
                <a:lnTo>
                  <a:pt x="142875" y="123855"/>
                </a:lnTo>
                <a:lnTo>
                  <a:pt x="142875" y="104805"/>
                </a:lnTo>
                <a:lnTo>
                  <a:pt x="146834" y="100846"/>
                </a:lnTo>
                <a:cubicBezTo>
                  <a:pt x="150406" y="97274"/>
                  <a:pt x="152400" y="92422"/>
                  <a:pt x="152400" y="87362"/>
                </a:cubicBezTo>
                <a:lnTo>
                  <a:pt x="152400" y="57150"/>
                </a:lnTo>
                <a:cubicBezTo>
                  <a:pt x="152400" y="51881"/>
                  <a:pt x="148144" y="47625"/>
                  <a:pt x="142875" y="47625"/>
                </a:cubicBezTo>
                <a:cubicBezTo>
                  <a:pt x="137606" y="47625"/>
                  <a:pt x="133350" y="51881"/>
                  <a:pt x="133350" y="57150"/>
                </a:cubicBezTo>
                <a:lnTo>
                  <a:pt x="133350" y="61912"/>
                </a:lnTo>
                <a:lnTo>
                  <a:pt x="123825" y="61912"/>
                </a:lnTo>
                <a:lnTo>
                  <a:pt x="123825" y="57150"/>
                </a:lnTo>
                <a:cubicBezTo>
                  <a:pt x="123825" y="51881"/>
                  <a:pt x="119569" y="47625"/>
                  <a:pt x="114300" y="47625"/>
                </a:cubicBezTo>
                <a:cubicBezTo>
                  <a:pt x="109031" y="47625"/>
                  <a:pt x="104775" y="51881"/>
                  <a:pt x="104775" y="57150"/>
                </a:cubicBezTo>
                <a:lnTo>
                  <a:pt x="104775" y="66675"/>
                </a:lnTo>
                <a:cubicBezTo>
                  <a:pt x="104775" y="73343"/>
                  <a:pt x="101739" y="79296"/>
                  <a:pt x="96976" y="832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4851400" y="2724150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ВДНХ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394200" y="3124200"/>
            <a:ext cx="3400425" cy="266700"/>
          </a:xfrm>
          <a:custGeom>
            <a:avLst/>
            <a:gdLst/>
            <a:ahLst/>
            <a:cxnLst/>
            <a:rect l="l" t="t" r="r" b="b"/>
            <a:pathLst>
              <a:path w="3400425" h="266700">
                <a:moveTo>
                  <a:pt x="76199" y="0"/>
                </a:moveTo>
                <a:lnTo>
                  <a:pt x="3324226" y="0"/>
                </a:lnTo>
                <a:cubicBezTo>
                  <a:pt x="3366281" y="0"/>
                  <a:pt x="3400425" y="34144"/>
                  <a:pt x="3400425" y="76199"/>
                </a:cubicBezTo>
                <a:lnTo>
                  <a:pt x="3400425" y="190501"/>
                </a:lnTo>
                <a:cubicBezTo>
                  <a:pt x="3400425" y="232556"/>
                  <a:pt x="3366281" y="266700"/>
                  <a:pt x="33242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8A243">
              <a:alpha val="10196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4508500" y="3162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Павильон 29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413250" y="36438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9" name="Text 25"/>
          <p:cNvSpPr/>
          <p:nvPr/>
        </p:nvSpPr>
        <p:spPr>
          <a:xfrm>
            <a:off x="4660900" y="360571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Шахматные турниры для всех уровней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413250" y="422592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1" name="Text 27"/>
          <p:cNvSpPr/>
          <p:nvPr/>
        </p:nvSpPr>
        <p:spPr>
          <a:xfrm>
            <a:off x="4660900" y="4187826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Мастер-классы по рисованию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413250" y="48079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3" name="Text 29"/>
          <p:cNvSpPr/>
          <p:nvPr/>
        </p:nvSpPr>
        <p:spPr>
          <a:xfrm>
            <a:off x="4660900" y="4769844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Творческие воркшопы и лекции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4394200" y="5216527"/>
            <a:ext cx="3400425" cy="6350"/>
          </a:xfrm>
          <a:custGeom>
            <a:avLst/>
            <a:gdLst/>
            <a:ahLst/>
            <a:cxnLst/>
            <a:rect l="l" t="t" r="r" b="b"/>
            <a:pathLst>
              <a:path w="3400425" h="6350">
                <a:moveTo>
                  <a:pt x="0" y="0"/>
                </a:moveTo>
                <a:lnTo>
                  <a:pt x="3400425" y="0"/>
                </a:lnTo>
                <a:lnTo>
                  <a:pt x="3400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8A243">
              <a:alpha val="20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4413250" y="53213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6" name="Text 32"/>
          <p:cNvSpPr/>
          <p:nvPr/>
        </p:nvSpPr>
        <p:spPr>
          <a:xfrm>
            <a:off x="4594225" y="52959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ЦА: любители интеллектуальных игр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8102600" y="1295400"/>
            <a:ext cx="3705225" cy="4343400"/>
          </a:xfrm>
          <a:custGeom>
            <a:avLst/>
            <a:gdLst/>
            <a:ahLst/>
            <a:cxnLst/>
            <a:rect l="l" t="t" r="r" b="b"/>
            <a:pathLst>
              <a:path w="3705225" h="43434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229094"/>
                </a:lnTo>
                <a:cubicBezTo>
                  <a:pt x="3705225" y="4292223"/>
                  <a:pt x="3654048" y="4343400"/>
                  <a:pt x="3590919" y="4343400"/>
                </a:cubicBezTo>
                <a:lnTo>
                  <a:pt x="114306" y="4343400"/>
                </a:lnTo>
                <a:cubicBezTo>
                  <a:pt x="51177" y="4343400"/>
                  <a:pt x="0" y="4292223"/>
                  <a:pt x="0" y="42290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pic>
        <p:nvPicPr>
          <p:cNvPr id="38" name="Image 2" descr="https://kimi-web-img.moonshot.cn/img/c8.alamy.com/5a6392b01279d7851b962f29cededa6fde01ab85.jpg">    </p:cNvPr>
          <p:cNvPicPr>
            <a:picLocks noChangeAspect="1"/>
          </p:cNvPicPr>
          <p:nvPr/>
        </p:nvPicPr>
        <p:blipFill>
          <a:blip r:embed="rId3"/>
          <a:srcRect l="0" r="0" t="27627" b="27627"/>
          <a:stretch/>
        </p:blipFill>
        <p:spPr>
          <a:xfrm>
            <a:off x="8102600" y="1295400"/>
            <a:ext cx="3705225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39" name="Shape 34"/>
          <p:cNvSpPr/>
          <p:nvPr/>
        </p:nvSpPr>
        <p:spPr>
          <a:xfrm>
            <a:off x="82550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40" name="Shape 35"/>
          <p:cNvSpPr/>
          <p:nvPr/>
        </p:nvSpPr>
        <p:spPr>
          <a:xfrm>
            <a:off x="8369300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9303" y="2084"/>
                </a:moveTo>
                <a:cubicBezTo>
                  <a:pt x="141565" y="3899"/>
                  <a:pt x="142875" y="6638"/>
                  <a:pt x="142875" y="9525"/>
                </a:cubicBezTo>
                <a:lnTo>
                  <a:pt x="142875" y="100013"/>
                </a:lnTo>
                <a:cubicBezTo>
                  <a:pt x="142875" y="113169"/>
                  <a:pt x="130076" y="123825"/>
                  <a:pt x="114300" y="123825"/>
                </a:cubicBezTo>
                <a:cubicBezTo>
                  <a:pt x="98524" y="123825"/>
                  <a:pt x="85725" y="113169"/>
                  <a:pt x="85725" y="100013"/>
                </a:cubicBezTo>
                <a:cubicBezTo>
                  <a:pt x="85725" y="86856"/>
                  <a:pt x="98524" y="76200"/>
                  <a:pt x="114300" y="76200"/>
                </a:cubicBezTo>
                <a:cubicBezTo>
                  <a:pt x="117634" y="76200"/>
                  <a:pt x="120848" y="76676"/>
                  <a:pt x="123825" y="77569"/>
                </a:cubicBezTo>
                <a:lnTo>
                  <a:pt x="123825" y="42833"/>
                </a:lnTo>
                <a:lnTo>
                  <a:pt x="57150" y="57656"/>
                </a:lnTo>
                <a:lnTo>
                  <a:pt x="57150" y="119063"/>
                </a:lnTo>
                <a:cubicBezTo>
                  <a:pt x="57150" y="132219"/>
                  <a:pt x="44351" y="142875"/>
                  <a:pt x="28575" y="142875"/>
                </a:cubicBezTo>
                <a:cubicBezTo>
                  <a:pt x="12799" y="142875"/>
                  <a:pt x="0" y="132219"/>
                  <a:pt x="0" y="119063"/>
                </a:cubicBezTo>
                <a:cubicBezTo>
                  <a:pt x="0" y="105906"/>
                  <a:pt x="12799" y="95250"/>
                  <a:pt x="28575" y="95250"/>
                </a:cubicBezTo>
                <a:cubicBezTo>
                  <a:pt x="31909" y="95250"/>
                  <a:pt x="35123" y="95726"/>
                  <a:pt x="38100" y="96619"/>
                </a:cubicBezTo>
                <a:lnTo>
                  <a:pt x="38100" y="28575"/>
                </a:lnTo>
                <a:cubicBezTo>
                  <a:pt x="38100" y="24110"/>
                  <a:pt x="41196" y="20241"/>
                  <a:pt x="45571" y="19288"/>
                </a:cubicBezTo>
                <a:lnTo>
                  <a:pt x="131296" y="238"/>
                </a:lnTo>
                <a:cubicBezTo>
                  <a:pt x="134124" y="-387"/>
                  <a:pt x="137071" y="298"/>
                  <a:pt x="139333" y="21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6"/>
          <p:cNvSpPr/>
          <p:nvPr/>
        </p:nvSpPr>
        <p:spPr>
          <a:xfrm>
            <a:off x="8712200" y="27241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Сад Эрмитаж</a:t>
            </a:r>
            <a:endParaRPr lang="en-US" sz="1600" dirty="0"/>
          </a:p>
        </p:txBody>
      </p:sp>
      <p:sp>
        <p:nvSpPr>
          <p:cNvPr id="42" name="Shape 37"/>
          <p:cNvSpPr/>
          <p:nvPr/>
        </p:nvSpPr>
        <p:spPr>
          <a:xfrm>
            <a:off x="8255000" y="3124200"/>
            <a:ext cx="3400425" cy="266700"/>
          </a:xfrm>
          <a:custGeom>
            <a:avLst/>
            <a:gdLst/>
            <a:ahLst/>
            <a:cxnLst/>
            <a:rect l="l" t="t" r="r" b="b"/>
            <a:pathLst>
              <a:path w="3400425" h="266700">
                <a:moveTo>
                  <a:pt x="76199" y="0"/>
                </a:moveTo>
                <a:lnTo>
                  <a:pt x="3324226" y="0"/>
                </a:lnTo>
                <a:cubicBezTo>
                  <a:pt x="3366281" y="0"/>
                  <a:pt x="3400425" y="34144"/>
                  <a:pt x="3400425" y="76199"/>
                </a:cubicBezTo>
                <a:lnTo>
                  <a:pt x="3400425" y="190501"/>
                </a:lnTo>
                <a:cubicBezTo>
                  <a:pt x="3400425" y="232556"/>
                  <a:pt x="3366281" y="266700"/>
                  <a:pt x="33242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95B5B">
              <a:alpha val="10196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8369300" y="31623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Танцевальная площадка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8274050" y="36438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45" name="Text 40"/>
          <p:cNvSpPr/>
          <p:nvPr/>
        </p:nvSpPr>
        <p:spPr>
          <a:xfrm>
            <a:off x="8521700" y="360571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Ретро-дискотеки каждую пятницу</a:t>
            </a:r>
            <a:endParaRPr lang="en-US" sz="1600" dirty="0"/>
          </a:p>
        </p:txBody>
      </p:sp>
      <p:sp>
        <p:nvSpPr>
          <p:cNvPr id="46" name="Shape 41"/>
          <p:cNvSpPr/>
          <p:nvPr/>
        </p:nvSpPr>
        <p:spPr>
          <a:xfrm>
            <a:off x="8274050" y="422592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47" name="Text 42"/>
          <p:cNvSpPr/>
          <p:nvPr/>
        </p:nvSpPr>
        <p:spPr>
          <a:xfrm>
            <a:off x="8521700" y="4187826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Вокальные выступления участников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8274050" y="48079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49" name="Text 44"/>
          <p:cNvSpPr/>
          <p:nvPr/>
        </p:nvSpPr>
        <p:spPr>
          <a:xfrm>
            <a:off x="8521700" y="4769844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Танцевальные мастер-классы</a:t>
            </a:r>
            <a:endParaRPr lang="en-US" sz="1600" dirty="0"/>
          </a:p>
        </p:txBody>
      </p:sp>
      <p:sp>
        <p:nvSpPr>
          <p:cNvPr id="50" name="Shape 45"/>
          <p:cNvSpPr/>
          <p:nvPr/>
        </p:nvSpPr>
        <p:spPr>
          <a:xfrm>
            <a:off x="8255000" y="5216527"/>
            <a:ext cx="3400425" cy="6350"/>
          </a:xfrm>
          <a:custGeom>
            <a:avLst/>
            <a:gdLst/>
            <a:ahLst/>
            <a:cxnLst/>
            <a:rect l="l" t="t" r="r" b="b"/>
            <a:pathLst>
              <a:path w="3400425" h="6350">
                <a:moveTo>
                  <a:pt x="0" y="0"/>
                </a:moveTo>
                <a:lnTo>
                  <a:pt x="3400425" y="0"/>
                </a:lnTo>
                <a:lnTo>
                  <a:pt x="34004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D95B5B">
              <a:alpha val="20000"/>
            </a:srgbClr>
          </a:solidFill>
          <a:ln/>
        </p:spPr>
      </p:sp>
      <p:sp>
        <p:nvSpPr>
          <p:cNvPr id="51" name="Shape 46"/>
          <p:cNvSpPr/>
          <p:nvPr/>
        </p:nvSpPr>
        <p:spPr>
          <a:xfrm>
            <a:off x="8274050" y="53213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2768" y="22685"/>
                </a:moveTo>
                <a:lnTo>
                  <a:pt x="66675" y="28076"/>
                </a:lnTo>
                <a:lnTo>
                  <a:pt x="70582" y="22685"/>
                </a:lnTo>
                <a:cubicBezTo>
                  <a:pt x="77093" y="13674"/>
                  <a:pt x="87563" y="8334"/>
                  <a:pt x="98684" y="8334"/>
                </a:cubicBezTo>
                <a:cubicBezTo>
                  <a:pt x="117827" y="8334"/>
                  <a:pt x="133350" y="23857"/>
                  <a:pt x="133350" y="43000"/>
                </a:cubicBezTo>
                <a:lnTo>
                  <a:pt x="133350" y="43677"/>
                </a:lnTo>
                <a:cubicBezTo>
                  <a:pt x="133350" y="72900"/>
                  <a:pt x="96913" y="106836"/>
                  <a:pt x="77900" y="121343"/>
                </a:cubicBezTo>
                <a:cubicBezTo>
                  <a:pt x="74671" y="123792"/>
                  <a:pt x="70712" y="125016"/>
                  <a:pt x="66675" y="125016"/>
                </a:cubicBezTo>
                <a:cubicBezTo>
                  <a:pt x="62638" y="125016"/>
                  <a:pt x="58653" y="123818"/>
                  <a:pt x="55450" y="121343"/>
                </a:cubicBezTo>
                <a:cubicBezTo>
                  <a:pt x="36437" y="106836"/>
                  <a:pt x="0" y="72900"/>
                  <a:pt x="0" y="43677"/>
                </a:cubicBezTo>
                <a:lnTo>
                  <a:pt x="0" y="43000"/>
                </a:lnTo>
                <a:cubicBezTo>
                  <a:pt x="0" y="23857"/>
                  <a:pt x="15523" y="8334"/>
                  <a:pt x="34666" y="8334"/>
                </a:cubicBezTo>
                <a:cubicBezTo>
                  <a:pt x="45787" y="8334"/>
                  <a:pt x="56257" y="13674"/>
                  <a:pt x="62768" y="22685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52" name="Text 47"/>
          <p:cNvSpPr/>
          <p:nvPr/>
        </p:nvSpPr>
        <p:spPr>
          <a:xfrm>
            <a:off x="8455025" y="52959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ЦА: любители танцев и музыки</a:t>
            </a:r>
            <a:endParaRPr lang="en-US" sz="1600" dirty="0"/>
          </a:p>
        </p:txBody>
      </p:sp>
      <p:sp>
        <p:nvSpPr>
          <p:cNvPr id="53" name="Shape 48"/>
          <p:cNvSpPr/>
          <p:nvPr/>
        </p:nvSpPr>
        <p:spPr>
          <a:xfrm>
            <a:off x="381000" y="57531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609603"/>
                </a:lnTo>
                <a:cubicBezTo>
                  <a:pt x="11430000" y="672728"/>
                  <a:pt x="11378828" y="723900"/>
                  <a:pt x="113157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2E6F68">
                  <a:alpha val="10000"/>
                </a:srgbClr>
              </a:gs>
              <a:gs pos="50000">
                <a:srgbClr val="E8A243">
                  <a:alpha val="10000"/>
                </a:srgbClr>
              </a:gs>
              <a:gs pos="100000">
                <a:srgbClr val="D95B5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4" name="Shape 49"/>
          <p:cNvSpPr/>
          <p:nvPr/>
        </p:nvSpPr>
        <p:spPr>
          <a:xfrm>
            <a:off x="497681" y="59721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2E6F68"/>
          </a:solidFill>
          <a:ln/>
        </p:spPr>
      </p:sp>
      <p:sp>
        <p:nvSpPr>
          <p:cNvPr id="55" name="Text 50"/>
          <p:cNvSpPr/>
          <p:nvPr/>
        </p:nvSpPr>
        <p:spPr>
          <a:xfrm>
            <a:off x="1004887" y="5867400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площадок по всей Москве</a:t>
            </a:r>
            <a:endParaRPr lang="en-US" sz="1600" dirty="0"/>
          </a:p>
        </p:txBody>
      </p:sp>
      <p:sp>
        <p:nvSpPr>
          <p:cNvPr id="56" name="Text 51"/>
          <p:cNvSpPr/>
          <p:nvPr/>
        </p:nvSpPr>
        <p:spPr>
          <a:xfrm>
            <a:off x="1004887" y="61341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3A3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Парки, бульвары, набережные и общественные пространства</a:t>
            </a:r>
            <a:endParaRPr lang="en-US" sz="1600" dirty="0"/>
          </a:p>
        </p:txBody>
      </p:sp>
      <p:sp>
        <p:nvSpPr>
          <p:cNvPr id="57" name="Text 52"/>
          <p:cNvSpPr/>
          <p:nvPr/>
        </p:nvSpPr>
        <p:spPr>
          <a:xfrm>
            <a:off x="9819283" y="5867400"/>
            <a:ext cx="828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E6F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58" name="Text 53"/>
          <p:cNvSpPr/>
          <p:nvPr/>
        </p:nvSpPr>
        <p:spPr>
          <a:xfrm>
            <a:off x="9843096" y="61722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зон ходьбы</a:t>
            </a:r>
            <a:endParaRPr lang="en-US" sz="1600" dirty="0"/>
          </a:p>
        </p:txBody>
      </p:sp>
      <p:sp>
        <p:nvSpPr>
          <p:cNvPr id="59" name="Text 54"/>
          <p:cNvSpPr/>
          <p:nvPr/>
        </p:nvSpPr>
        <p:spPr>
          <a:xfrm>
            <a:off x="10651729" y="5867400"/>
            <a:ext cx="47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A2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  <p:sp>
        <p:nvSpPr>
          <p:cNvPr id="60" name="Text 55"/>
          <p:cNvSpPr/>
          <p:nvPr/>
        </p:nvSpPr>
        <p:spPr>
          <a:xfrm>
            <a:off x="10675541" y="6172200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гидов</a:t>
            </a:r>
            <a:endParaRPr lang="en-US" sz="1600" dirty="0"/>
          </a:p>
        </p:txBody>
      </p:sp>
      <p:sp>
        <p:nvSpPr>
          <p:cNvPr id="61" name="Text 56"/>
          <p:cNvSpPr/>
          <p:nvPr/>
        </p:nvSpPr>
        <p:spPr>
          <a:xfrm>
            <a:off x="11130360" y="5867400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5B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</a:t>
            </a:r>
            <a:endParaRPr lang="en-US" sz="1600" dirty="0"/>
          </a:p>
        </p:txBody>
      </p:sp>
      <p:sp>
        <p:nvSpPr>
          <p:cNvPr id="62" name="Text 57"/>
          <p:cNvSpPr/>
          <p:nvPr/>
        </p:nvSpPr>
        <p:spPr>
          <a:xfrm>
            <a:off x="11154173" y="61722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A3A3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зарядок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a0ae9d8c6f76fc5903fd20df9d556dd70ceea52.jpg">    </p:cNvPr>
          <p:cNvPicPr>
            <a:picLocks noChangeAspect="1"/>
          </p:cNvPicPr>
          <p:nvPr/>
        </p:nvPicPr>
        <p:blipFill>
          <a:blip r:embed="rId1"/>
          <a:srcRect l="0" r="0" t="6403" b="6403"/>
          <a:stretch/>
        </p:blipFill>
        <p:spPr>
          <a:xfrm>
            <a:off x="0" y="0"/>
            <a:ext cx="12192000" cy="685684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40"/>
          </a:xfrm>
          <a:custGeom>
            <a:avLst/>
            <a:gdLst/>
            <a:ahLst/>
            <a:cxnLst/>
            <a:rect l="l" t="t" r="r" b="b"/>
            <a:pathLst>
              <a:path w="12192000" h="6856840">
                <a:moveTo>
                  <a:pt x="0" y="0"/>
                </a:moveTo>
                <a:lnTo>
                  <a:pt x="12192000" y="0"/>
                </a:lnTo>
                <a:lnTo>
                  <a:pt x="12192000" y="6856840"/>
                </a:lnTo>
                <a:lnTo>
                  <a:pt x="0" y="685684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E6F68">
                  <a:alpha val="95000"/>
                </a:srgbClr>
              </a:gs>
              <a:gs pos="50000">
                <a:srgbClr val="2E6F68">
                  <a:alpha val="85000"/>
                </a:srgbClr>
              </a:gs>
              <a:gs pos="100000">
                <a:srgbClr val="2E6F6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1142" y="371142"/>
            <a:ext cx="593826" cy="593826"/>
          </a:xfrm>
          <a:custGeom>
            <a:avLst/>
            <a:gdLst/>
            <a:ahLst/>
            <a:cxnLst/>
            <a:rect l="l" t="t" r="r" b="b"/>
            <a:pathLst>
              <a:path w="593826" h="593826">
                <a:moveTo>
                  <a:pt x="296913" y="0"/>
                </a:moveTo>
                <a:lnTo>
                  <a:pt x="296913" y="0"/>
                </a:lnTo>
                <a:cubicBezTo>
                  <a:pt x="460784" y="0"/>
                  <a:pt x="593826" y="133042"/>
                  <a:pt x="593826" y="296913"/>
                </a:cubicBezTo>
                <a:lnTo>
                  <a:pt x="593826" y="296913"/>
                </a:lnTo>
                <a:cubicBezTo>
                  <a:pt x="593826" y="460784"/>
                  <a:pt x="460784" y="593826"/>
                  <a:pt x="296913" y="593826"/>
                </a:cubicBezTo>
                <a:lnTo>
                  <a:pt x="296913" y="593826"/>
                </a:lnTo>
                <a:cubicBezTo>
                  <a:pt x="133042" y="593826"/>
                  <a:pt x="0" y="460784"/>
                  <a:pt x="0" y="296913"/>
                </a:cubicBezTo>
                <a:lnTo>
                  <a:pt x="0" y="296913"/>
                </a:lnTo>
                <a:cubicBezTo>
                  <a:pt x="0" y="133042"/>
                  <a:pt x="133042" y="0"/>
                  <a:pt x="296913" y="0"/>
                </a:cubicBezTo>
                <a:close/>
              </a:path>
            </a:pathLst>
          </a:custGeom>
          <a:solidFill>
            <a:srgbClr val="E8A243"/>
          </a:solidFill>
          <a:ln/>
          <a:effectLst>
            <a:outerShdw sx="100000" sy="100000" kx="0" ky="0" algn="bl" rotWithShape="0" blurRad="139178" dist="92785" dir="540000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13799" y="528877"/>
            <a:ext cx="313151" cy="278356"/>
          </a:xfrm>
          <a:custGeom>
            <a:avLst/>
            <a:gdLst/>
            <a:ahLst/>
            <a:cxnLst/>
            <a:rect l="l" t="t" r="r" b="b"/>
            <a:pathLst>
              <a:path w="313151" h="278356">
                <a:moveTo>
                  <a:pt x="96881" y="-5491"/>
                </a:moveTo>
                <a:cubicBezTo>
                  <a:pt x="100904" y="-7176"/>
                  <a:pt x="105471" y="-6687"/>
                  <a:pt x="109113" y="-4295"/>
                </a:cubicBezTo>
                <a:lnTo>
                  <a:pt x="156847" y="27346"/>
                </a:lnTo>
                <a:lnTo>
                  <a:pt x="204581" y="-4295"/>
                </a:lnTo>
                <a:cubicBezTo>
                  <a:pt x="208223" y="-6687"/>
                  <a:pt x="212790" y="-7122"/>
                  <a:pt x="216813" y="-5491"/>
                </a:cubicBezTo>
                <a:cubicBezTo>
                  <a:pt x="220836" y="-3860"/>
                  <a:pt x="223664" y="-272"/>
                  <a:pt x="224533" y="3969"/>
                </a:cubicBezTo>
                <a:lnTo>
                  <a:pt x="235896" y="60075"/>
                </a:lnTo>
                <a:lnTo>
                  <a:pt x="292002" y="71438"/>
                </a:lnTo>
                <a:cubicBezTo>
                  <a:pt x="296243" y="72307"/>
                  <a:pt x="299831" y="75243"/>
                  <a:pt x="301462" y="79212"/>
                </a:cubicBezTo>
                <a:cubicBezTo>
                  <a:pt x="303093" y="83181"/>
                  <a:pt x="302658" y="87802"/>
                  <a:pt x="300266" y="91444"/>
                </a:cubicBezTo>
                <a:lnTo>
                  <a:pt x="268625" y="139178"/>
                </a:lnTo>
                <a:lnTo>
                  <a:pt x="300266" y="186912"/>
                </a:lnTo>
                <a:cubicBezTo>
                  <a:pt x="302658" y="190554"/>
                  <a:pt x="303093" y="195121"/>
                  <a:pt x="301462" y="199144"/>
                </a:cubicBezTo>
                <a:cubicBezTo>
                  <a:pt x="299831" y="203167"/>
                  <a:pt x="296243" y="206103"/>
                  <a:pt x="292002" y="206919"/>
                </a:cubicBezTo>
                <a:lnTo>
                  <a:pt x="235842" y="218227"/>
                </a:lnTo>
                <a:lnTo>
                  <a:pt x="224533" y="274387"/>
                </a:lnTo>
                <a:cubicBezTo>
                  <a:pt x="223664" y="278628"/>
                  <a:pt x="220728" y="282216"/>
                  <a:pt x="216759" y="283847"/>
                </a:cubicBezTo>
                <a:cubicBezTo>
                  <a:pt x="212790" y="285478"/>
                  <a:pt x="208169" y="285043"/>
                  <a:pt x="204527" y="282651"/>
                </a:cubicBezTo>
                <a:lnTo>
                  <a:pt x="156793" y="251010"/>
                </a:lnTo>
                <a:lnTo>
                  <a:pt x="109059" y="282651"/>
                </a:lnTo>
                <a:cubicBezTo>
                  <a:pt x="105417" y="285043"/>
                  <a:pt x="100850" y="285478"/>
                  <a:pt x="96827" y="283847"/>
                </a:cubicBezTo>
                <a:cubicBezTo>
                  <a:pt x="92804" y="282216"/>
                  <a:pt x="89868" y="278628"/>
                  <a:pt x="89052" y="274387"/>
                </a:cubicBezTo>
                <a:lnTo>
                  <a:pt x="77744" y="218227"/>
                </a:lnTo>
                <a:lnTo>
                  <a:pt x="21583" y="206864"/>
                </a:lnTo>
                <a:cubicBezTo>
                  <a:pt x="17343" y="205994"/>
                  <a:pt x="13755" y="203059"/>
                  <a:pt x="12124" y="199090"/>
                </a:cubicBezTo>
                <a:cubicBezTo>
                  <a:pt x="10493" y="195121"/>
                  <a:pt x="10928" y="190500"/>
                  <a:pt x="13320" y="186857"/>
                </a:cubicBezTo>
                <a:lnTo>
                  <a:pt x="44961" y="139178"/>
                </a:lnTo>
                <a:lnTo>
                  <a:pt x="13320" y="91444"/>
                </a:lnTo>
                <a:cubicBezTo>
                  <a:pt x="10928" y="87802"/>
                  <a:pt x="10493" y="83235"/>
                  <a:pt x="12124" y="79212"/>
                </a:cubicBezTo>
                <a:cubicBezTo>
                  <a:pt x="13755" y="75189"/>
                  <a:pt x="17343" y="72253"/>
                  <a:pt x="21583" y="71437"/>
                </a:cubicBezTo>
                <a:lnTo>
                  <a:pt x="77744" y="60129"/>
                </a:lnTo>
                <a:lnTo>
                  <a:pt x="89107" y="3969"/>
                </a:lnTo>
                <a:cubicBezTo>
                  <a:pt x="89976" y="-272"/>
                  <a:pt x="92912" y="-3860"/>
                  <a:pt x="96881" y="-5491"/>
                </a:cubicBezTo>
                <a:close/>
                <a:moveTo>
                  <a:pt x="112865" y="139178"/>
                </a:moveTo>
                <a:cubicBezTo>
                  <a:pt x="112865" y="123562"/>
                  <a:pt x="121196" y="109132"/>
                  <a:pt x="134720" y="101324"/>
                </a:cubicBezTo>
                <a:cubicBezTo>
                  <a:pt x="148244" y="93515"/>
                  <a:pt x="164907" y="93515"/>
                  <a:pt x="178431" y="101324"/>
                </a:cubicBezTo>
                <a:cubicBezTo>
                  <a:pt x="191955" y="109132"/>
                  <a:pt x="200286" y="123562"/>
                  <a:pt x="200286" y="139178"/>
                </a:cubicBezTo>
                <a:cubicBezTo>
                  <a:pt x="200286" y="163303"/>
                  <a:pt x="180700" y="182889"/>
                  <a:pt x="156575" y="182889"/>
                </a:cubicBezTo>
                <a:cubicBezTo>
                  <a:pt x="132451" y="182889"/>
                  <a:pt x="112865" y="163303"/>
                  <a:pt x="112865" y="139178"/>
                </a:cubicBezTo>
                <a:close/>
                <a:moveTo>
                  <a:pt x="226382" y="139178"/>
                </a:moveTo>
                <a:cubicBezTo>
                  <a:pt x="226382" y="100651"/>
                  <a:pt x="195103" y="69372"/>
                  <a:pt x="156575" y="69372"/>
                </a:cubicBezTo>
                <a:cubicBezTo>
                  <a:pt x="118048" y="69372"/>
                  <a:pt x="86769" y="100651"/>
                  <a:pt x="86769" y="139178"/>
                </a:cubicBezTo>
                <a:cubicBezTo>
                  <a:pt x="86769" y="164118"/>
                  <a:pt x="100074" y="187163"/>
                  <a:pt x="121672" y="199632"/>
                </a:cubicBezTo>
                <a:cubicBezTo>
                  <a:pt x="143270" y="212102"/>
                  <a:pt x="169880" y="212102"/>
                  <a:pt x="191479" y="199632"/>
                </a:cubicBezTo>
                <a:cubicBezTo>
                  <a:pt x="213077" y="187163"/>
                  <a:pt x="226382" y="164118"/>
                  <a:pt x="226382" y="1391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76311" y="426813"/>
            <a:ext cx="3637187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«Московское долголетие»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6311" y="686612"/>
            <a:ext cx="362790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Департамент труда и социальной защиты Москвы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1142" y="1187653"/>
            <a:ext cx="11728073" cy="1391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384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Присоединяйтесь к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384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лету долголетия!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1142" y="2802119"/>
            <a:ext cx="1187653" cy="55671"/>
          </a:xfrm>
          <a:custGeom>
            <a:avLst/>
            <a:gdLst/>
            <a:ahLst/>
            <a:cxnLst/>
            <a:rect l="l" t="t" r="r" b="b"/>
            <a:pathLst>
              <a:path w="1187653" h="55671">
                <a:moveTo>
                  <a:pt x="0" y="0"/>
                </a:moveTo>
                <a:lnTo>
                  <a:pt x="1187653" y="0"/>
                </a:lnTo>
                <a:lnTo>
                  <a:pt x="1187653" y="55671"/>
                </a:lnTo>
                <a:lnTo>
                  <a:pt x="0" y="55671"/>
                </a:lnTo>
                <a:lnTo>
                  <a:pt x="0" y="0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0" name="Shape 7"/>
          <p:cNvSpPr/>
          <p:nvPr/>
        </p:nvSpPr>
        <p:spPr>
          <a:xfrm>
            <a:off x="374234" y="3157796"/>
            <a:ext cx="3661930" cy="2121693"/>
          </a:xfrm>
          <a:custGeom>
            <a:avLst/>
            <a:gdLst/>
            <a:ahLst/>
            <a:cxnLst/>
            <a:rect l="l" t="t" r="r" b="b"/>
            <a:pathLst>
              <a:path w="3661930" h="2121693">
                <a:moveTo>
                  <a:pt x="111346" y="0"/>
                </a:moveTo>
                <a:lnTo>
                  <a:pt x="3550584" y="0"/>
                </a:lnTo>
                <a:cubicBezTo>
                  <a:pt x="3612078" y="0"/>
                  <a:pt x="3661930" y="49851"/>
                  <a:pt x="3661930" y="111346"/>
                </a:cubicBezTo>
                <a:lnTo>
                  <a:pt x="3661930" y="2010346"/>
                </a:lnTo>
                <a:cubicBezTo>
                  <a:pt x="3661930" y="2071841"/>
                  <a:pt x="3612078" y="2121693"/>
                  <a:pt x="3550584" y="2121693"/>
                </a:cubicBezTo>
                <a:lnTo>
                  <a:pt x="111346" y="2121693"/>
                </a:lnTo>
                <a:cubicBezTo>
                  <a:pt x="49851" y="2121693"/>
                  <a:pt x="0" y="2071841"/>
                  <a:pt x="0" y="2010346"/>
                </a:cubicBezTo>
                <a:lnTo>
                  <a:pt x="0" y="111346"/>
                </a:lnTo>
                <a:cubicBezTo>
                  <a:pt x="0" y="49893"/>
                  <a:pt x="49893" y="0"/>
                  <a:pt x="1113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0012" y="3383577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259799" y="0"/>
                </a:moveTo>
                <a:lnTo>
                  <a:pt x="259799" y="0"/>
                </a:lnTo>
                <a:cubicBezTo>
                  <a:pt x="403186" y="0"/>
                  <a:pt x="519598" y="116412"/>
                  <a:pt x="519598" y="259799"/>
                </a:cubicBezTo>
                <a:lnTo>
                  <a:pt x="519598" y="259799"/>
                </a:lnTo>
                <a:cubicBezTo>
                  <a:pt x="519598" y="403186"/>
                  <a:pt x="403186" y="519598"/>
                  <a:pt x="259799" y="519598"/>
                </a:cubicBezTo>
                <a:lnTo>
                  <a:pt x="259799" y="519598"/>
                </a:lnTo>
                <a:cubicBezTo>
                  <a:pt x="116412" y="519598"/>
                  <a:pt x="0" y="403186"/>
                  <a:pt x="0" y="259799"/>
                </a:cubicBezTo>
                <a:lnTo>
                  <a:pt x="0" y="259799"/>
                </a:lnTo>
                <a:cubicBezTo>
                  <a:pt x="0" y="116412"/>
                  <a:pt x="116412" y="0"/>
                  <a:pt x="259799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12" name="Shape 9"/>
          <p:cNvSpPr/>
          <p:nvPr/>
        </p:nvSpPr>
        <p:spPr>
          <a:xfrm>
            <a:off x="720633" y="3532033"/>
            <a:ext cx="278356" cy="222685"/>
          </a:xfrm>
          <a:custGeom>
            <a:avLst/>
            <a:gdLst/>
            <a:ahLst/>
            <a:cxnLst/>
            <a:rect l="l" t="t" r="r" b="b"/>
            <a:pathLst>
              <a:path w="278356" h="222685">
                <a:moveTo>
                  <a:pt x="59151" y="55671"/>
                </a:moveTo>
                <a:cubicBezTo>
                  <a:pt x="59151" y="26866"/>
                  <a:pt x="82537" y="3479"/>
                  <a:pt x="111342" y="3479"/>
                </a:cubicBezTo>
                <a:cubicBezTo>
                  <a:pt x="140148" y="3479"/>
                  <a:pt x="163534" y="26866"/>
                  <a:pt x="163534" y="55671"/>
                </a:cubicBezTo>
                <a:cubicBezTo>
                  <a:pt x="163534" y="84477"/>
                  <a:pt x="140148" y="107863"/>
                  <a:pt x="111342" y="107863"/>
                </a:cubicBezTo>
                <a:cubicBezTo>
                  <a:pt x="82537" y="107863"/>
                  <a:pt x="59151" y="84477"/>
                  <a:pt x="59151" y="55671"/>
                </a:cubicBezTo>
                <a:close/>
                <a:moveTo>
                  <a:pt x="20877" y="209767"/>
                </a:moveTo>
                <a:cubicBezTo>
                  <a:pt x="20877" y="166927"/>
                  <a:pt x="55584" y="132219"/>
                  <a:pt x="98425" y="132219"/>
                </a:cubicBezTo>
                <a:lnTo>
                  <a:pt x="124260" y="132219"/>
                </a:lnTo>
                <a:cubicBezTo>
                  <a:pt x="167101" y="132219"/>
                  <a:pt x="201808" y="166927"/>
                  <a:pt x="201808" y="209767"/>
                </a:cubicBezTo>
                <a:cubicBezTo>
                  <a:pt x="201808" y="216900"/>
                  <a:pt x="196024" y="222685"/>
                  <a:pt x="188891" y="222685"/>
                </a:cubicBezTo>
                <a:lnTo>
                  <a:pt x="33794" y="222685"/>
                </a:lnTo>
                <a:cubicBezTo>
                  <a:pt x="26661" y="222685"/>
                  <a:pt x="20877" y="216900"/>
                  <a:pt x="20877" y="209767"/>
                </a:cubicBezTo>
                <a:close/>
                <a:moveTo>
                  <a:pt x="236603" y="41753"/>
                </a:moveTo>
                <a:cubicBezTo>
                  <a:pt x="242387" y="41753"/>
                  <a:pt x="247041" y="46407"/>
                  <a:pt x="247041" y="52192"/>
                </a:cubicBezTo>
                <a:lnTo>
                  <a:pt x="247041" y="73068"/>
                </a:lnTo>
                <a:lnTo>
                  <a:pt x="267918" y="73068"/>
                </a:lnTo>
                <a:cubicBezTo>
                  <a:pt x="273702" y="73068"/>
                  <a:pt x="278356" y="77722"/>
                  <a:pt x="278356" y="83507"/>
                </a:cubicBezTo>
                <a:cubicBezTo>
                  <a:pt x="278356" y="89291"/>
                  <a:pt x="273702" y="93945"/>
                  <a:pt x="267918" y="93945"/>
                </a:cubicBezTo>
                <a:lnTo>
                  <a:pt x="247041" y="93945"/>
                </a:lnTo>
                <a:lnTo>
                  <a:pt x="247041" y="114822"/>
                </a:lnTo>
                <a:cubicBezTo>
                  <a:pt x="247041" y="120607"/>
                  <a:pt x="242387" y="125260"/>
                  <a:pt x="236603" y="125260"/>
                </a:cubicBezTo>
                <a:cubicBezTo>
                  <a:pt x="230818" y="125260"/>
                  <a:pt x="226164" y="120607"/>
                  <a:pt x="226164" y="114822"/>
                </a:cubicBezTo>
                <a:lnTo>
                  <a:pt x="226164" y="93945"/>
                </a:lnTo>
                <a:lnTo>
                  <a:pt x="205288" y="93945"/>
                </a:lnTo>
                <a:cubicBezTo>
                  <a:pt x="199503" y="93945"/>
                  <a:pt x="194849" y="89291"/>
                  <a:pt x="194849" y="83507"/>
                </a:cubicBezTo>
                <a:cubicBezTo>
                  <a:pt x="194849" y="77722"/>
                  <a:pt x="199503" y="73068"/>
                  <a:pt x="205288" y="73068"/>
                </a:cubicBezTo>
                <a:lnTo>
                  <a:pt x="226164" y="73068"/>
                </a:lnTo>
                <a:lnTo>
                  <a:pt x="226164" y="52192"/>
                </a:lnTo>
                <a:cubicBezTo>
                  <a:pt x="226164" y="46407"/>
                  <a:pt x="230818" y="41753"/>
                  <a:pt x="236603" y="417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00012" y="4051632"/>
            <a:ext cx="330316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Новые участники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0012" y="4385659"/>
            <a:ext cx="3284603" cy="66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Привлечение москвичей 55+ к активному образу жизни через фестивальные мероприятия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64262" y="3157796"/>
            <a:ext cx="3661930" cy="2121693"/>
          </a:xfrm>
          <a:custGeom>
            <a:avLst/>
            <a:gdLst/>
            <a:ahLst/>
            <a:cxnLst/>
            <a:rect l="l" t="t" r="r" b="b"/>
            <a:pathLst>
              <a:path w="3661930" h="2121693">
                <a:moveTo>
                  <a:pt x="111346" y="0"/>
                </a:moveTo>
                <a:lnTo>
                  <a:pt x="3550584" y="0"/>
                </a:lnTo>
                <a:cubicBezTo>
                  <a:pt x="3612078" y="0"/>
                  <a:pt x="3661930" y="49851"/>
                  <a:pt x="3661930" y="111346"/>
                </a:cubicBezTo>
                <a:lnTo>
                  <a:pt x="3661930" y="2010346"/>
                </a:lnTo>
                <a:cubicBezTo>
                  <a:pt x="3661930" y="2071841"/>
                  <a:pt x="3612078" y="2121693"/>
                  <a:pt x="3550584" y="2121693"/>
                </a:cubicBezTo>
                <a:lnTo>
                  <a:pt x="111346" y="2121693"/>
                </a:lnTo>
                <a:cubicBezTo>
                  <a:pt x="49851" y="2121693"/>
                  <a:pt x="0" y="2071841"/>
                  <a:pt x="0" y="2010346"/>
                </a:cubicBezTo>
                <a:lnTo>
                  <a:pt x="0" y="111346"/>
                </a:lnTo>
                <a:cubicBezTo>
                  <a:pt x="0" y="49893"/>
                  <a:pt x="49893" y="0"/>
                  <a:pt x="1113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90040" y="3383577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259799" y="0"/>
                </a:moveTo>
                <a:lnTo>
                  <a:pt x="259799" y="0"/>
                </a:lnTo>
                <a:cubicBezTo>
                  <a:pt x="403186" y="0"/>
                  <a:pt x="519598" y="116412"/>
                  <a:pt x="519598" y="259799"/>
                </a:cubicBezTo>
                <a:lnTo>
                  <a:pt x="519598" y="259799"/>
                </a:lnTo>
                <a:cubicBezTo>
                  <a:pt x="519598" y="403186"/>
                  <a:pt x="403186" y="519598"/>
                  <a:pt x="259799" y="519598"/>
                </a:cubicBezTo>
                <a:lnTo>
                  <a:pt x="259799" y="519598"/>
                </a:lnTo>
                <a:cubicBezTo>
                  <a:pt x="116412" y="519598"/>
                  <a:pt x="0" y="403186"/>
                  <a:pt x="0" y="259799"/>
                </a:cubicBezTo>
                <a:lnTo>
                  <a:pt x="0" y="259799"/>
                </a:lnTo>
                <a:cubicBezTo>
                  <a:pt x="0" y="116412"/>
                  <a:pt x="116412" y="0"/>
                  <a:pt x="259799" y="0"/>
                </a:cubicBezTo>
                <a:close/>
              </a:path>
            </a:pathLst>
          </a:custGeom>
          <a:solidFill>
            <a:srgbClr val="D95B5B"/>
          </a:solidFill>
          <a:ln/>
        </p:spPr>
      </p:sp>
      <p:sp>
        <p:nvSpPr>
          <p:cNvPr id="17" name="Shape 14"/>
          <p:cNvSpPr/>
          <p:nvPr/>
        </p:nvSpPr>
        <p:spPr>
          <a:xfrm>
            <a:off x="4638496" y="3532033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04818" y="37883"/>
                </a:moveTo>
                <a:lnTo>
                  <a:pt x="111342" y="46886"/>
                </a:lnTo>
                <a:lnTo>
                  <a:pt x="117866" y="37883"/>
                </a:lnTo>
                <a:cubicBezTo>
                  <a:pt x="128740" y="22834"/>
                  <a:pt x="146224" y="13918"/>
                  <a:pt x="164796" y="13918"/>
                </a:cubicBezTo>
                <a:cubicBezTo>
                  <a:pt x="196763" y="13918"/>
                  <a:pt x="222685" y="39840"/>
                  <a:pt x="222685" y="71807"/>
                </a:cubicBezTo>
                <a:lnTo>
                  <a:pt x="222685" y="72938"/>
                </a:lnTo>
                <a:cubicBezTo>
                  <a:pt x="222685" y="121737"/>
                  <a:pt x="161838" y="178409"/>
                  <a:pt x="130088" y="202635"/>
                </a:cubicBezTo>
                <a:cubicBezTo>
                  <a:pt x="124695" y="206723"/>
                  <a:pt x="118084" y="208767"/>
                  <a:pt x="111342" y="208767"/>
                </a:cubicBezTo>
                <a:cubicBezTo>
                  <a:pt x="104601" y="208767"/>
                  <a:pt x="97947" y="206766"/>
                  <a:pt x="92597" y="202635"/>
                </a:cubicBezTo>
                <a:cubicBezTo>
                  <a:pt x="60847" y="178409"/>
                  <a:pt x="0" y="121737"/>
                  <a:pt x="0" y="72938"/>
                </a:cubicBezTo>
                <a:lnTo>
                  <a:pt x="0" y="71807"/>
                </a:lnTo>
                <a:cubicBezTo>
                  <a:pt x="0" y="39840"/>
                  <a:pt x="25922" y="13918"/>
                  <a:pt x="57889" y="13918"/>
                </a:cubicBezTo>
                <a:cubicBezTo>
                  <a:pt x="76461" y="13918"/>
                  <a:pt x="93945" y="22834"/>
                  <a:pt x="104818" y="378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90040" y="4051632"/>
            <a:ext cx="330316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Лояльность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90040" y="4385659"/>
            <a:ext cx="3284603" cy="66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Укрепление связи существующих участников с проектом через качественный досуг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54386" y="3157796"/>
            <a:ext cx="3661930" cy="2121693"/>
          </a:xfrm>
          <a:custGeom>
            <a:avLst/>
            <a:gdLst/>
            <a:ahLst/>
            <a:cxnLst/>
            <a:rect l="l" t="t" r="r" b="b"/>
            <a:pathLst>
              <a:path w="3661930" h="2121693">
                <a:moveTo>
                  <a:pt x="111346" y="0"/>
                </a:moveTo>
                <a:lnTo>
                  <a:pt x="3550584" y="0"/>
                </a:lnTo>
                <a:cubicBezTo>
                  <a:pt x="3612078" y="0"/>
                  <a:pt x="3661930" y="49851"/>
                  <a:pt x="3661930" y="111346"/>
                </a:cubicBezTo>
                <a:lnTo>
                  <a:pt x="3661930" y="2010346"/>
                </a:lnTo>
                <a:cubicBezTo>
                  <a:pt x="3661930" y="2071841"/>
                  <a:pt x="3612078" y="2121693"/>
                  <a:pt x="3550584" y="2121693"/>
                </a:cubicBezTo>
                <a:lnTo>
                  <a:pt x="111346" y="2121693"/>
                </a:lnTo>
                <a:cubicBezTo>
                  <a:pt x="49851" y="2121693"/>
                  <a:pt x="0" y="2071841"/>
                  <a:pt x="0" y="2010346"/>
                </a:cubicBezTo>
                <a:lnTo>
                  <a:pt x="0" y="111346"/>
                </a:lnTo>
                <a:cubicBezTo>
                  <a:pt x="0" y="49893"/>
                  <a:pt x="49893" y="0"/>
                  <a:pt x="1113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80164" y="3383577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259799" y="0"/>
                </a:moveTo>
                <a:lnTo>
                  <a:pt x="259799" y="0"/>
                </a:lnTo>
                <a:cubicBezTo>
                  <a:pt x="403186" y="0"/>
                  <a:pt x="519598" y="116412"/>
                  <a:pt x="519598" y="259799"/>
                </a:cubicBezTo>
                <a:lnTo>
                  <a:pt x="519598" y="259799"/>
                </a:lnTo>
                <a:cubicBezTo>
                  <a:pt x="519598" y="403186"/>
                  <a:pt x="403186" y="519598"/>
                  <a:pt x="259799" y="519598"/>
                </a:cubicBezTo>
                <a:lnTo>
                  <a:pt x="259799" y="519598"/>
                </a:lnTo>
                <a:cubicBezTo>
                  <a:pt x="116412" y="519598"/>
                  <a:pt x="0" y="403186"/>
                  <a:pt x="0" y="259799"/>
                </a:cubicBezTo>
                <a:lnTo>
                  <a:pt x="0" y="259799"/>
                </a:lnTo>
                <a:cubicBezTo>
                  <a:pt x="0" y="116412"/>
                  <a:pt x="116412" y="0"/>
                  <a:pt x="259799" y="0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2" name="Shape 19"/>
          <p:cNvSpPr/>
          <p:nvPr/>
        </p:nvSpPr>
        <p:spPr>
          <a:xfrm>
            <a:off x="8528621" y="3532033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67014" y="83507"/>
                </a:moveTo>
                <a:cubicBezTo>
                  <a:pt x="190065" y="83507"/>
                  <a:pt x="208767" y="64805"/>
                  <a:pt x="208767" y="41753"/>
                </a:cubicBezTo>
                <a:cubicBezTo>
                  <a:pt x="208767" y="18702"/>
                  <a:pt x="190065" y="0"/>
                  <a:pt x="167014" y="0"/>
                </a:cubicBezTo>
                <a:cubicBezTo>
                  <a:pt x="143962" y="0"/>
                  <a:pt x="125260" y="18702"/>
                  <a:pt x="125260" y="41753"/>
                </a:cubicBezTo>
                <a:cubicBezTo>
                  <a:pt x="125260" y="44102"/>
                  <a:pt x="125478" y="46451"/>
                  <a:pt x="125826" y="48712"/>
                </a:cubicBezTo>
                <a:lnTo>
                  <a:pt x="69415" y="80071"/>
                </a:lnTo>
                <a:cubicBezTo>
                  <a:pt x="62065" y="73547"/>
                  <a:pt x="52366" y="69589"/>
                  <a:pt x="41753" y="69589"/>
                </a:cubicBezTo>
                <a:cubicBezTo>
                  <a:pt x="18702" y="69589"/>
                  <a:pt x="0" y="88291"/>
                  <a:pt x="0" y="111342"/>
                </a:cubicBezTo>
                <a:cubicBezTo>
                  <a:pt x="0" y="134394"/>
                  <a:pt x="18702" y="153096"/>
                  <a:pt x="41753" y="153096"/>
                </a:cubicBezTo>
                <a:cubicBezTo>
                  <a:pt x="52366" y="153096"/>
                  <a:pt x="62021" y="149138"/>
                  <a:pt x="69415" y="142614"/>
                </a:cubicBezTo>
                <a:lnTo>
                  <a:pt x="125826" y="173973"/>
                </a:lnTo>
                <a:cubicBezTo>
                  <a:pt x="125434" y="176234"/>
                  <a:pt x="125260" y="178539"/>
                  <a:pt x="125260" y="180932"/>
                </a:cubicBezTo>
                <a:cubicBezTo>
                  <a:pt x="125260" y="203983"/>
                  <a:pt x="143962" y="222685"/>
                  <a:pt x="167014" y="222685"/>
                </a:cubicBezTo>
                <a:cubicBezTo>
                  <a:pt x="190065" y="222685"/>
                  <a:pt x="208767" y="203983"/>
                  <a:pt x="208767" y="180932"/>
                </a:cubicBezTo>
                <a:cubicBezTo>
                  <a:pt x="208767" y="157880"/>
                  <a:pt x="190065" y="139178"/>
                  <a:pt x="167014" y="139178"/>
                </a:cubicBezTo>
                <a:cubicBezTo>
                  <a:pt x="156401" y="139178"/>
                  <a:pt x="146746" y="143136"/>
                  <a:pt x="139352" y="149660"/>
                </a:cubicBezTo>
                <a:lnTo>
                  <a:pt x="82941" y="118301"/>
                </a:lnTo>
                <a:cubicBezTo>
                  <a:pt x="83333" y="116040"/>
                  <a:pt x="83507" y="113735"/>
                  <a:pt x="83507" y="111342"/>
                </a:cubicBezTo>
                <a:cubicBezTo>
                  <a:pt x="83507" y="108950"/>
                  <a:pt x="83289" y="106645"/>
                  <a:pt x="82941" y="104384"/>
                </a:cubicBezTo>
                <a:lnTo>
                  <a:pt x="139352" y="73025"/>
                </a:lnTo>
                <a:cubicBezTo>
                  <a:pt x="146702" y="79549"/>
                  <a:pt x="156401" y="83507"/>
                  <a:pt x="167014" y="835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380164" y="4051632"/>
            <a:ext cx="330316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Виральность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80164" y="4385659"/>
            <a:ext cx="3284603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вирального контента в соцсетях для масштабирования охвата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4234" y="5582589"/>
            <a:ext cx="11437346" cy="896925"/>
          </a:xfrm>
          <a:custGeom>
            <a:avLst/>
            <a:gdLst/>
            <a:ahLst/>
            <a:cxnLst/>
            <a:rect l="l" t="t" r="r" b="b"/>
            <a:pathLst>
              <a:path w="11437346" h="896925">
                <a:moveTo>
                  <a:pt x="111344" y="0"/>
                </a:moveTo>
                <a:lnTo>
                  <a:pt x="11326001" y="0"/>
                </a:lnTo>
                <a:cubicBezTo>
                  <a:pt x="11387495" y="0"/>
                  <a:pt x="11437346" y="49851"/>
                  <a:pt x="11437346" y="111344"/>
                </a:cubicBezTo>
                <a:lnTo>
                  <a:pt x="11437346" y="785581"/>
                </a:lnTo>
                <a:cubicBezTo>
                  <a:pt x="11437346" y="847075"/>
                  <a:pt x="11387495" y="896925"/>
                  <a:pt x="11326001" y="896925"/>
                </a:cubicBezTo>
                <a:lnTo>
                  <a:pt x="111344" y="896925"/>
                </a:lnTo>
                <a:cubicBezTo>
                  <a:pt x="49851" y="896925"/>
                  <a:pt x="0" y="847075"/>
                  <a:pt x="0" y="785581"/>
                </a:cubicBezTo>
                <a:lnTo>
                  <a:pt x="0" y="111344"/>
                </a:lnTo>
                <a:cubicBezTo>
                  <a:pt x="0" y="49892"/>
                  <a:pt x="49892" y="0"/>
                  <a:pt x="11134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8467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7848" y="5919708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53009" y="10873"/>
                </a:moveTo>
                <a:cubicBezTo>
                  <a:pt x="156401" y="2697"/>
                  <a:pt x="165361" y="-1696"/>
                  <a:pt x="173929" y="652"/>
                </a:cubicBezTo>
                <a:lnTo>
                  <a:pt x="176321" y="1305"/>
                </a:lnTo>
                <a:cubicBezTo>
                  <a:pt x="204418" y="8960"/>
                  <a:pt x="228426" y="36186"/>
                  <a:pt x="221424" y="69328"/>
                </a:cubicBezTo>
                <a:cubicBezTo>
                  <a:pt x="205288" y="145441"/>
                  <a:pt x="145398" y="205331"/>
                  <a:pt x="69285" y="221467"/>
                </a:cubicBezTo>
                <a:cubicBezTo>
                  <a:pt x="36099" y="228513"/>
                  <a:pt x="8916" y="204461"/>
                  <a:pt x="1261" y="176365"/>
                </a:cubicBezTo>
                <a:lnTo>
                  <a:pt x="609" y="173973"/>
                </a:lnTo>
                <a:cubicBezTo>
                  <a:pt x="-1740" y="165404"/>
                  <a:pt x="2653" y="156445"/>
                  <a:pt x="10830" y="153052"/>
                </a:cubicBezTo>
                <a:lnTo>
                  <a:pt x="53149" y="135438"/>
                </a:lnTo>
                <a:cubicBezTo>
                  <a:pt x="60325" y="132437"/>
                  <a:pt x="68632" y="134524"/>
                  <a:pt x="73590" y="140570"/>
                </a:cubicBezTo>
                <a:lnTo>
                  <a:pt x="90379" y="161099"/>
                </a:lnTo>
                <a:cubicBezTo>
                  <a:pt x="120954" y="145920"/>
                  <a:pt x="145528" y="120520"/>
                  <a:pt x="159663" y="89378"/>
                </a:cubicBezTo>
                <a:lnTo>
                  <a:pt x="140483" y="73677"/>
                </a:lnTo>
                <a:cubicBezTo>
                  <a:pt x="134437" y="68763"/>
                  <a:pt x="132393" y="60455"/>
                  <a:pt x="135351" y="53236"/>
                </a:cubicBezTo>
                <a:lnTo>
                  <a:pt x="153009" y="10873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27" name="Text 24"/>
          <p:cNvSpPr/>
          <p:nvPr/>
        </p:nvSpPr>
        <p:spPr>
          <a:xfrm>
            <a:off x="989711" y="5808365"/>
            <a:ext cx="1540237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Телефон горячей линии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89711" y="5993936"/>
            <a:ext cx="1568073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(495) 777-77-77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687490" y="5808365"/>
            <a:ext cx="9279" cy="445370"/>
          </a:xfrm>
          <a:custGeom>
            <a:avLst/>
            <a:gdLst/>
            <a:ahLst/>
            <a:cxnLst/>
            <a:rect l="l" t="t" r="r" b="b"/>
            <a:pathLst>
              <a:path w="9279" h="445370">
                <a:moveTo>
                  <a:pt x="0" y="0"/>
                </a:moveTo>
                <a:lnTo>
                  <a:pt x="9279" y="0"/>
                </a:lnTo>
                <a:lnTo>
                  <a:pt x="9279" y="445370"/>
                </a:lnTo>
                <a:lnTo>
                  <a:pt x="0" y="4453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947289" y="5919708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53052" y="121781"/>
                </a:moveTo>
                <a:lnTo>
                  <a:pt x="70024" y="121781"/>
                </a:lnTo>
                <a:cubicBezTo>
                  <a:pt x="71285" y="149834"/>
                  <a:pt x="77505" y="175669"/>
                  <a:pt x="86334" y="194588"/>
                </a:cubicBezTo>
                <a:cubicBezTo>
                  <a:pt x="91292" y="205244"/>
                  <a:pt x="96642" y="212768"/>
                  <a:pt x="101600" y="217379"/>
                </a:cubicBezTo>
                <a:cubicBezTo>
                  <a:pt x="106471" y="221946"/>
                  <a:pt x="109820" y="222685"/>
                  <a:pt x="111560" y="222685"/>
                </a:cubicBezTo>
                <a:cubicBezTo>
                  <a:pt x="113300" y="222685"/>
                  <a:pt x="116649" y="221946"/>
                  <a:pt x="121520" y="217379"/>
                </a:cubicBezTo>
                <a:cubicBezTo>
                  <a:pt x="126478" y="212768"/>
                  <a:pt x="131828" y="205201"/>
                  <a:pt x="136786" y="194588"/>
                </a:cubicBezTo>
                <a:cubicBezTo>
                  <a:pt x="145615" y="175669"/>
                  <a:pt x="151835" y="149834"/>
                  <a:pt x="153096" y="121781"/>
                </a:cubicBezTo>
                <a:close/>
                <a:moveTo>
                  <a:pt x="69980" y="100904"/>
                </a:moveTo>
                <a:lnTo>
                  <a:pt x="153009" y="100904"/>
                </a:lnTo>
                <a:cubicBezTo>
                  <a:pt x="151791" y="72851"/>
                  <a:pt x="145572" y="47016"/>
                  <a:pt x="136742" y="28097"/>
                </a:cubicBezTo>
                <a:cubicBezTo>
                  <a:pt x="131784" y="17484"/>
                  <a:pt x="126435" y="9916"/>
                  <a:pt x="121476" y="5306"/>
                </a:cubicBezTo>
                <a:cubicBezTo>
                  <a:pt x="116605" y="739"/>
                  <a:pt x="113256" y="0"/>
                  <a:pt x="111516" y="0"/>
                </a:cubicBezTo>
                <a:cubicBezTo>
                  <a:pt x="109777" y="0"/>
                  <a:pt x="106428" y="739"/>
                  <a:pt x="101557" y="5306"/>
                </a:cubicBezTo>
                <a:cubicBezTo>
                  <a:pt x="96598" y="9916"/>
                  <a:pt x="91249" y="17484"/>
                  <a:pt x="86290" y="28097"/>
                </a:cubicBezTo>
                <a:cubicBezTo>
                  <a:pt x="77461" y="47016"/>
                  <a:pt x="71242" y="72851"/>
                  <a:pt x="69980" y="100904"/>
                </a:cubicBezTo>
                <a:close/>
                <a:moveTo>
                  <a:pt x="49104" y="100904"/>
                </a:moveTo>
                <a:cubicBezTo>
                  <a:pt x="50626" y="63674"/>
                  <a:pt x="60238" y="29097"/>
                  <a:pt x="74286" y="6393"/>
                </a:cubicBezTo>
                <a:cubicBezTo>
                  <a:pt x="34229" y="20572"/>
                  <a:pt x="4741" y="57063"/>
                  <a:pt x="652" y="100904"/>
                </a:cubicBezTo>
                <a:lnTo>
                  <a:pt x="49104" y="100904"/>
                </a:lnTo>
                <a:close/>
                <a:moveTo>
                  <a:pt x="652" y="121781"/>
                </a:moveTo>
                <a:cubicBezTo>
                  <a:pt x="4741" y="165622"/>
                  <a:pt x="34229" y="202113"/>
                  <a:pt x="74286" y="216291"/>
                </a:cubicBezTo>
                <a:cubicBezTo>
                  <a:pt x="60238" y="193588"/>
                  <a:pt x="50626" y="159011"/>
                  <a:pt x="49104" y="121781"/>
                </a:cubicBezTo>
                <a:lnTo>
                  <a:pt x="652" y="121781"/>
                </a:lnTo>
                <a:close/>
                <a:moveTo>
                  <a:pt x="173929" y="121781"/>
                </a:moveTo>
                <a:cubicBezTo>
                  <a:pt x="172407" y="159011"/>
                  <a:pt x="162795" y="193588"/>
                  <a:pt x="148747" y="216291"/>
                </a:cubicBezTo>
                <a:cubicBezTo>
                  <a:pt x="188804" y="202069"/>
                  <a:pt x="218292" y="165622"/>
                  <a:pt x="222380" y="121781"/>
                </a:cubicBezTo>
                <a:lnTo>
                  <a:pt x="173929" y="121781"/>
                </a:lnTo>
                <a:close/>
                <a:moveTo>
                  <a:pt x="222380" y="100904"/>
                </a:moveTo>
                <a:cubicBezTo>
                  <a:pt x="218292" y="57063"/>
                  <a:pt x="188804" y="20572"/>
                  <a:pt x="148747" y="6393"/>
                </a:cubicBezTo>
                <a:cubicBezTo>
                  <a:pt x="162795" y="29097"/>
                  <a:pt x="172407" y="63674"/>
                  <a:pt x="173929" y="100904"/>
                </a:cubicBezTo>
                <a:lnTo>
                  <a:pt x="222380" y="100904"/>
                </a:ln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1" name="Text 28"/>
          <p:cNvSpPr/>
          <p:nvPr/>
        </p:nvSpPr>
        <p:spPr>
          <a:xfrm>
            <a:off x="3309152" y="5808365"/>
            <a:ext cx="1503123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Сайт проекта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309152" y="5993936"/>
            <a:ext cx="1530959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mos.ru/dolgoletie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971944" y="5808365"/>
            <a:ext cx="9279" cy="445370"/>
          </a:xfrm>
          <a:custGeom>
            <a:avLst/>
            <a:gdLst/>
            <a:ahLst/>
            <a:cxnLst/>
            <a:rect l="l" t="t" r="r" b="b"/>
            <a:pathLst>
              <a:path w="9279" h="445370">
                <a:moveTo>
                  <a:pt x="0" y="0"/>
                </a:moveTo>
                <a:lnTo>
                  <a:pt x="9279" y="0"/>
                </a:lnTo>
                <a:lnTo>
                  <a:pt x="9279" y="445370"/>
                </a:lnTo>
                <a:lnTo>
                  <a:pt x="0" y="4453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259579" y="5919708"/>
            <a:ext cx="167014" cy="222685"/>
          </a:xfrm>
          <a:custGeom>
            <a:avLst/>
            <a:gdLst/>
            <a:ahLst/>
            <a:cxnLst/>
            <a:rect l="l" t="t" r="r" b="b"/>
            <a:pathLst>
              <a:path w="167014" h="222685">
                <a:moveTo>
                  <a:pt x="0" y="82028"/>
                </a:moveTo>
                <a:cubicBezTo>
                  <a:pt x="0" y="36708"/>
                  <a:pt x="37404" y="0"/>
                  <a:pt x="83507" y="0"/>
                </a:cubicBezTo>
                <a:cubicBezTo>
                  <a:pt x="129610" y="0"/>
                  <a:pt x="167014" y="36708"/>
                  <a:pt x="167014" y="82028"/>
                </a:cubicBezTo>
                <a:cubicBezTo>
                  <a:pt x="167014" y="133915"/>
                  <a:pt x="114735" y="196111"/>
                  <a:pt x="92901" y="219814"/>
                </a:cubicBezTo>
                <a:cubicBezTo>
                  <a:pt x="87769" y="225382"/>
                  <a:pt x="79201" y="225382"/>
                  <a:pt x="74069" y="219814"/>
                </a:cubicBezTo>
                <a:cubicBezTo>
                  <a:pt x="52235" y="196111"/>
                  <a:pt x="-43" y="133915"/>
                  <a:pt x="-43" y="82028"/>
                </a:cubicBezTo>
                <a:close/>
                <a:moveTo>
                  <a:pt x="83507" y="111342"/>
                </a:moveTo>
                <a:cubicBezTo>
                  <a:pt x="98870" y="111342"/>
                  <a:pt x="111342" y="98870"/>
                  <a:pt x="111342" y="83507"/>
                </a:cubicBezTo>
                <a:cubicBezTo>
                  <a:pt x="111342" y="68144"/>
                  <a:pt x="98870" y="55671"/>
                  <a:pt x="83507" y="55671"/>
                </a:cubicBezTo>
                <a:cubicBezTo>
                  <a:pt x="68144" y="55671"/>
                  <a:pt x="55671" y="68144"/>
                  <a:pt x="55671" y="83507"/>
                </a:cubicBezTo>
                <a:cubicBezTo>
                  <a:pt x="55671" y="98870"/>
                  <a:pt x="68144" y="111342"/>
                  <a:pt x="83507" y="111342"/>
                </a:cubicBezTo>
                <a:close/>
              </a:path>
            </a:pathLst>
          </a:custGeom>
          <a:solidFill>
            <a:srgbClr val="E8A243"/>
          </a:solidFill>
          <a:ln/>
        </p:spPr>
      </p:sp>
      <p:sp>
        <p:nvSpPr>
          <p:cNvPr id="35" name="Text 32"/>
          <p:cNvSpPr/>
          <p:nvPr/>
        </p:nvSpPr>
        <p:spPr>
          <a:xfrm>
            <a:off x="5593606" y="5808365"/>
            <a:ext cx="1382502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 площадок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593606" y="5993936"/>
            <a:ext cx="1410338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F8F6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 всей Москве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71142" y="6556837"/>
            <a:ext cx="5446502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F8F6F2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© 2025 Департамент труда и социальной защиты населения города Москвы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408395" y="6482609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0529016" y="6593951"/>
            <a:ext cx="129900" cy="148457"/>
          </a:xfrm>
          <a:custGeom>
            <a:avLst/>
            <a:gdLst/>
            <a:ahLst/>
            <a:cxnLst/>
            <a:rect l="l" t="t" r="r" b="b"/>
            <a:pathLst>
              <a:path w="129900" h="148457">
                <a:moveTo>
                  <a:pt x="9134" y="18412"/>
                </a:moveTo>
                <a:cubicBezTo>
                  <a:pt x="0" y="27546"/>
                  <a:pt x="0" y="42246"/>
                  <a:pt x="0" y="71619"/>
                </a:cubicBezTo>
                <a:lnTo>
                  <a:pt x="0" y="76838"/>
                </a:lnTo>
                <a:cubicBezTo>
                  <a:pt x="0" y="106210"/>
                  <a:pt x="0" y="120911"/>
                  <a:pt x="9134" y="130045"/>
                </a:cubicBezTo>
                <a:cubicBezTo>
                  <a:pt x="18267" y="139178"/>
                  <a:pt x="32968" y="139178"/>
                  <a:pt x="62340" y="139178"/>
                </a:cubicBezTo>
                <a:lnTo>
                  <a:pt x="67530" y="139178"/>
                </a:lnTo>
                <a:cubicBezTo>
                  <a:pt x="96932" y="139178"/>
                  <a:pt x="111632" y="139178"/>
                  <a:pt x="120737" y="130045"/>
                </a:cubicBezTo>
                <a:cubicBezTo>
                  <a:pt x="129842" y="120911"/>
                  <a:pt x="129900" y="106210"/>
                  <a:pt x="129900" y="76838"/>
                </a:cubicBezTo>
                <a:lnTo>
                  <a:pt x="129900" y="71648"/>
                </a:lnTo>
                <a:cubicBezTo>
                  <a:pt x="129900" y="42246"/>
                  <a:pt x="129900" y="27546"/>
                  <a:pt x="120766" y="18441"/>
                </a:cubicBezTo>
                <a:cubicBezTo>
                  <a:pt x="111632" y="9337"/>
                  <a:pt x="96932" y="9279"/>
                  <a:pt x="67559" y="9279"/>
                </a:cubicBezTo>
                <a:lnTo>
                  <a:pt x="62340" y="9279"/>
                </a:lnTo>
                <a:cubicBezTo>
                  <a:pt x="32968" y="9279"/>
                  <a:pt x="18267" y="9279"/>
                  <a:pt x="9134" y="18412"/>
                </a:cubicBezTo>
                <a:close/>
                <a:moveTo>
                  <a:pt x="21921" y="48799"/>
                </a:moveTo>
                <a:lnTo>
                  <a:pt x="36737" y="48799"/>
                </a:lnTo>
                <a:cubicBezTo>
                  <a:pt x="37230" y="73590"/>
                  <a:pt x="48161" y="84087"/>
                  <a:pt x="56831" y="86261"/>
                </a:cubicBezTo>
                <a:lnTo>
                  <a:pt x="56831" y="48799"/>
                </a:lnTo>
                <a:lnTo>
                  <a:pt x="70807" y="48799"/>
                </a:lnTo>
                <a:lnTo>
                  <a:pt x="70807" y="70169"/>
                </a:lnTo>
                <a:cubicBezTo>
                  <a:pt x="79361" y="69241"/>
                  <a:pt x="88349" y="59499"/>
                  <a:pt x="91365" y="48799"/>
                </a:cubicBezTo>
                <a:lnTo>
                  <a:pt x="105340" y="48799"/>
                </a:lnTo>
                <a:cubicBezTo>
                  <a:pt x="104210" y="54366"/>
                  <a:pt x="101919" y="59615"/>
                  <a:pt x="98642" y="64254"/>
                </a:cubicBezTo>
                <a:cubicBezTo>
                  <a:pt x="95366" y="68893"/>
                  <a:pt x="91191" y="72808"/>
                  <a:pt x="86319" y="75736"/>
                </a:cubicBezTo>
                <a:cubicBezTo>
                  <a:pt x="91742" y="78433"/>
                  <a:pt x="96526" y="82231"/>
                  <a:pt x="100353" y="86899"/>
                </a:cubicBezTo>
                <a:cubicBezTo>
                  <a:pt x="104181" y="91568"/>
                  <a:pt x="106993" y="97019"/>
                  <a:pt x="108559" y="102847"/>
                </a:cubicBezTo>
                <a:lnTo>
                  <a:pt x="93191" y="102847"/>
                </a:lnTo>
                <a:cubicBezTo>
                  <a:pt x="91771" y="97773"/>
                  <a:pt x="88900" y="93249"/>
                  <a:pt x="84899" y="89799"/>
                </a:cubicBezTo>
                <a:cubicBezTo>
                  <a:pt x="80897" y="86348"/>
                  <a:pt x="75997" y="84174"/>
                  <a:pt x="70778" y="83536"/>
                </a:cubicBezTo>
                <a:lnTo>
                  <a:pt x="70778" y="102847"/>
                </a:lnTo>
                <a:lnTo>
                  <a:pt x="69096" y="102847"/>
                </a:lnTo>
                <a:cubicBezTo>
                  <a:pt x="39492" y="102847"/>
                  <a:pt x="22616" y="82550"/>
                  <a:pt x="21892" y="487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0927993" y="6482609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039335" y="6593951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74228" y="2320"/>
                </a:moveTo>
                <a:cubicBezTo>
                  <a:pt x="34541" y="2320"/>
                  <a:pt x="2320" y="34541"/>
                  <a:pt x="2320" y="74228"/>
                </a:cubicBezTo>
                <a:cubicBezTo>
                  <a:pt x="2320" y="113916"/>
                  <a:pt x="34541" y="146137"/>
                  <a:pt x="74228" y="146137"/>
                </a:cubicBezTo>
                <a:cubicBezTo>
                  <a:pt x="113916" y="146137"/>
                  <a:pt x="146137" y="113916"/>
                  <a:pt x="146137" y="74228"/>
                </a:cubicBezTo>
                <a:cubicBezTo>
                  <a:pt x="146137" y="34541"/>
                  <a:pt x="113916" y="2320"/>
                  <a:pt x="74228" y="2320"/>
                </a:cubicBezTo>
                <a:close/>
                <a:moveTo>
                  <a:pt x="107573" y="51235"/>
                </a:moveTo>
                <a:cubicBezTo>
                  <a:pt x="106500" y="62601"/>
                  <a:pt x="101803" y="90205"/>
                  <a:pt x="99425" y="102934"/>
                </a:cubicBezTo>
                <a:cubicBezTo>
                  <a:pt x="98411" y="108327"/>
                  <a:pt x="96439" y="110125"/>
                  <a:pt x="94525" y="110299"/>
                </a:cubicBezTo>
                <a:cubicBezTo>
                  <a:pt x="90350" y="110676"/>
                  <a:pt x="87189" y="107544"/>
                  <a:pt x="83130" y="104876"/>
                </a:cubicBezTo>
                <a:cubicBezTo>
                  <a:pt x="76809" y="100730"/>
                  <a:pt x="73213" y="98150"/>
                  <a:pt x="67095" y="94090"/>
                </a:cubicBezTo>
                <a:cubicBezTo>
                  <a:pt x="59992" y="89422"/>
                  <a:pt x="64602" y="86841"/>
                  <a:pt x="68632" y="82637"/>
                </a:cubicBezTo>
                <a:cubicBezTo>
                  <a:pt x="69705" y="81535"/>
                  <a:pt x="88088" y="64805"/>
                  <a:pt x="88436" y="63297"/>
                </a:cubicBezTo>
                <a:cubicBezTo>
                  <a:pt x="88494" y="63094"/>
                  <a:pt x="88523" y="62398"/>
                  <a:pt x="88088" y="62021"/>
                </a:cubicBezTo>
                <a:cubicBezTo>
                  <a:pt x="87653" y="61644"/>
                  <a:pt x="87044" y="61789"/>
                  <a:pt x="86609" y="61876"/>
                </a:cubicBezTo>
                <a:cubicBezTo>
                  <a:pt x="85971" y="62021"/>
                  <a:pt x="75852" y="68690"/>
                  <a:pt x="56280" y="81912"/>
                </a:cubicBezTo>
                <a:cubicBezTo>
                  <a:pt x="53410" y="83884"/>
                  <a:pt x="50800" y="84841"/>
                  <a:pt x="48480" y="84783"/>
                </a:cubicBezTo>
                <a:cubicBezTo>
                  <a:pt x="45900" y="84725"/>
                  <a:pt x="40971" y="83333"/>
                  <a:pt x="37288" y="82144"/>
                </a:cubicBezTo>
                <a:cubicBezTo>
                  <a:pt x="32794" y="80694"/>
                  <a:pt x="29198" y="79911"/>
                  <a:pt x="29517" y="77418"/>
                </a:cubicBezTo>
                <a:cubicBezTo>
                  <a:pt x="29691" y="76113"/>
                  <a:pt x="31460" y="74808"/>
                  <a:pt x="34853" y="73445"/>
                </a:cubicBezTo>
                <a:cubicBezTo>
                  <a:pt x="55816" y="64312"/>
                  <a:pt x="69792" y="58281"/>
                  <a:pt x="76780" y="55381"/>
                </a:cubicBezTo>
                <a:cubicBezTo>
                  <a:pt x="96758" y="47089"/>
                  <a:pt x="100904" y="45639"/>
                  <a:pt x="103601" y="45581"/>
                </a:cubicBezTo>
                <a:cubicBezTo>
                  <a:pt x="104210" y="45581"/>
                  <a:pt x="105514" y="45726"/>
                  <a:pt x="106384" y="46422"/>
                </a:cubicBezTo>
                <a:cubicBezTo>
                  <a:pt x="106964" y="46915"/>
                  <a:pt x="107312" y="47611"/>
                  <a:pt x="107399" y="48364"/>
                </a:cubicBezTo>
                <a:cubicBezTo>
                  <a:pt x="107544" y="49292"/>
                  <a:pt x="107573" y="50249"/>
                  <a:pt x="107515" y="512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11447591" y="6482609"/>
            <a:ext cx="371142" cy="371142"/>
          </a:xfrm>
          <a:custGeom>
            <a:avLst/>
            <a:gdLst/>
            <a:ahLst/>
            <a:cxnLst/>
            <a:rect l="l" t="t" r="r" b="b"/>
            <a:pathLst>
              <a:path w="371142" h="371142">
                <a:moveTo>
                  <a:pt x="185571" y="0"/>
                </a:moveTo>
                <a:lnTo>
                  <a:pt x="185571" y="0"/>
                </a:lnTo>
                <a:cubicBezTo>
                  <a:pt x="287990" y="0"/>
                  <a:pt x="371142" y="83151"/>
                  <a:pt x="371142" y="185571"/>
                </a:cubicBezTo>
                <a:lnTo>
                  <a:pt x="371142" y="185571"/>
                </a:lnTo>
                <a:cubicBezTo>
                  <a:pt x="371142" y="287990"/>
                  <a:pt x="287990" y="371142"/>
                  <a:pt x="185571" y="371142"/>
                </a:cubicBezTo>
                <a:lnTo>
                  <a:pt x="185571" y="371142"/>
                </a:lnTo>
                <a:cubicBezTo>
                  <a:pt x="83151" y="371142"/>
                  <a:pt x="0" y="287990"/>
                  <a:pt x="0" y="185571"/>
                </a:cubicBezTo>
                <a:lnTo>
                  <a:pt x="0" y="185571"/>
                </a:lnTo>
                <a:cubicBezTo>
                  <a:pt x="0" y="83151"/>
                  <a:pt x="83151" y="0"/>
                  <a:pt x="1855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1549655" y="6593951"/>
            <a:ext cx="167014" cy="148457"/>
          </a:xfrm>
          <a:custGeom>
            <a:avLst/>
            <a:gdLst/>
            <a:ahLst/>
            <a:cxnLst/>
            <a:rect l="l" t="t" r="r" b="b"/>
            <a:pathLst>
              <a:path w="167014" h="148457">
                <a:moveTo>
                  <a:pt x="159388" y="35983"/>
                </a:moveTo>
                <a:cubicBezTo>
                  <a:pt x="157590" y="29111"/>
                  <a:pt x="152197" y="23718"/>
                  <a:pt x="145383" y="21892"/>
                </a:cubicBezTo>
                <a:cubicBezTo>
                  <a:pt x="133060" y="18557"/>
                  <a:pt x="83536" y="18557"/>
                  <a:pt x="83536" y="18557"/>
                </a:cubicBezTo>
                <a:cubicBezTo>
                  <a:pt x="83536" y="18557"/>
                  <a:pt x="34012" y="18557"/>
                  <a:pt x="21660" y="21892"/>
                </a:cubicBezTo>
                <a:cubicBezTo>
                  <a:pt x="14846" y="23718"/>
                  <a:pt x="9482" y="29111"/>
                  <a:pt x="7655" y="35983"/>
                </a:cubicBezTo>
                <a:cubicBezTo>
                  <a:pt x="4349" y="48422"/>
                  <a:pt x="4349" y="74344"/>
                  <a:pt x="4349" y="74344"/>
                </a:cubicBezTo>
                <a:cubicBezTo>
                  <a:pt x="4349" y="74344"/>
                  <a:pt x="4349" y="100266"/>
                  <a:pt x="7655" y="112705"/>
                </a:cubicBezTo>
                <a:cubicBezTo>
                  <a:pt x="9482" y="119548"/>
                  <a:pt x="14846" y="124738"/>
                  <a:pt x="21660" y="126565"/>
                </a:cubicBezTo>
                <a:cubicBezTo>
                  <a:pt x="34012" y="129900"/>
                  <a:pt x="83536" y="129900"/>
                  <a:pt x="83536" y="129900"/>
                </a:cubicBezTo>
                <a:cubicBezTo>
                  <a:pt x="83536" y="129900"/>
                  <a:pt x="133060" y="129900"/>
                  <a:pt x="145412" y="126565"/>
                </a:cubicBezTo>
                <a:cubicBezTo>
                  <a:pt x="152226" y="124738"/>
                  <a:pt x="157590" y="119548"/>
                  <a:pt x="159417" y="112705"/>
                </a:cubicBezTo>
                <a:cubicBezTo>
                  <a:pt x="162722" y="100266"/>
                  <a:pt x="162722" y="74344"/>
                  <a:pt x="162722" y="74344"/>
                </a:cubicBezTo>
                <a:cubicBezTo>
                  <a:pt x="162722" y="74344"/>
                  <a:pt x="162722" y="48422"/>
                  <a:pt x="159417" y="35983"/>
                </a:cubicBezTo>
                <a:close/>
                <a:moveTo>
                  <a:pt x="67327" y="97889"/>
                </a:moveTo>
                <a:lnTo>
                  <a:pt x="67327" y="50800"/>
                </a:lnTo>
                <a:lnTo>
                  <a:pt x="108704" y="74344"/>
                </a:lnTo>
                <a:lnTo>
                  <a:pt x="67327" y="97889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Лето в Москве: Интеграция «Московского долголетия» в фестиваль</dc:title>
  <dc:subject>Лето в Москве: Интеграция «Московского долголетия» в фестиваль</dc:subject>
  <dc:creator>Kimi</dc:creator>
  <cp:lastModifiedBy>Kimi</cp:lastModifiedBy>
  <cp:revision>1</cp:revision>
  <dcterms:created xsi:type="dcterms:W3CDTF">2026-03-19T09:58:56Z</dcterms:created>
  <dcterms:modified xsi:type="dcterms:W3CDTF">2026-03-19T09:58:56Z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{"Label":"Лето в Москве: Интеграция «Московского долголетия» в фестиваль","ContentProducer":"001191110108MACG2KBH8F10000","ProduceID":"19d0587a-ddb2-8455-8000-0000c626208d","ReservedCode1":"","ContentPropagator":"001191110108MACG2KBH8F20000","PropagateID":"19d0587a-ddb2-8455-8000-0000c626208d","ReservedCode2":""}</vt:lpwstr>
  </property>
</Properties>
</file>